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-2435" y="-2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760F3-2C18-40AE-A12D-D8C7425D9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AA0BBC-E16F-4ECE-8DF5-7B50B8E30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7514E-0EB1-4524-A2DA-B167827AA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F6115-5CEF-4AB9-95E5-EAB2C391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B9F2F9-F407-44F5-A8E9-2AEBB5B9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50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F7FBC-E099-4383-B509-EE7603B9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7CDF9-D9A6-4618-850B-9DB867F5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DA1AA-FDE7-484A-A042-AEA3ED6E1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1E50A-6A1B-46A1-A3C6-C46B584B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FF35AF-3AFE-43CE-9419-D8352B8B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79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58D0-8874-4352-9201-541D80BD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EAC3AD-093C-4844-9BBE-981CCD820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FEF53F-4924-4619-9A68-11CA558B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9F2723-AC0E-4FA6-A559-E6A5187D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6BB26E-1BB6-4C57-922B-344E82D6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56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248BD3-F8CA-4D79-8A07-2E3699D6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80637E-6451-4C8E-A8DC-7470FDDFD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7181C9-8261-4C19-A25B-8B05A7E89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8114CF-E7BE-467A-8C5F-3087F4F9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5A4008-2709-4B72-87B2-C904F272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8A85B0-21FD-4F60-910F-F8C4D348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03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123E1-30E9-46FC-A836-FE6E8AFF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A1F124-269F-45E9-815A-75394F42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9056C0-3E6F-48D4-9602-6DB057FF8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8669C2-2259-43B5-9600-39FE705A4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E475DE-C0B6-4DD1-B6F8-F328A9C0A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03692E-5304-4C36-82A1-5165ED3D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1FAB6B-292A-4888-BF1E-01948A03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2CFCB3-61D9-4BBD-A9AC-33B9D51F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3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55987-1B44-4CB5-8A80-91C5FEB7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BB9E8D-085B-4375-945F-63F009E7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4C7125-B819-46D9-A0BD-D25A24F1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A40337-34C6-4B71-B98D-54FF6105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5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F00522-2AA1-4F48-847B-D35A7731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5A2FC0-46D6-4F36-A6FB-FFCB6FC5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7A122-20B7-4160-A2B4-28845AEF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15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800B9-90B3-4B3C-85ED-C570755B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D907E-CC2B-4016-8674-04DC143F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73AC68-39C0-4FD3-9D06-A67E7FBC7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367887-1F56-4490-82B1-1E4D3E94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4A0E57-75B0-4471-824E-A4D91140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5EC60F-9A1F-467D-A3D3-529EB313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52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0E46BA-524C-4295-9BD5-8B52C4EE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68C9AB-75DA-4B6B-ADEA-DD78A2777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7497A6-6890-4CDB-BB52-423296546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0D8832-F007-48CD-A990-E4199DB5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E9386F-D205-4C90-96FE-CC70BE50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B8DB4-6C6B-40B3-898A-3DC838A8A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19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77C7E-1C7F-4237-A64A-23611330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CD06A0-73D9-49F5-835C-2F3A3D174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FEAC9-1BD0-4A90-93F3-4FF85A31A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F49B5B-F5C4-436C-85B6-F545113C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9B2FCF-C470-42A2-80F4-DFFB3921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443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86F21C-2A68-4D82-817E-6414788E3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928D7D-EE7E-469E-BC15-3ED82CB93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77FCA-2A15-45AE-8B91-9C4E32AB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F89054-682F-4EDA-B906-B6083766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55C33-4CB1-4406-9C25-1ACBCC33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67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0B64A9-17B4-4EE4-A0A7-3E1C42AF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13080F-8755-4C4A-BE22-AC132C4CD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8F28BE-C6C5-4651-AA9F-C32B09C75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D31E8-861E-47CC-A1CF-3E9DC38BF0D3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1F28C-86DE-4712-8299-981F6C0AA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4FB432-B700-4B40-813B-520BC0126D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6CEB0-E99F-4867-B63A-7DCFDA85F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804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12EA011-6951-4E9E-8E92-6FE6A48B87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52"/>
          <a:stretch/>
        </p:blipFill>
        <p:spPr>
          <a:xfrm>
            <a:off x="2488549" y="1379622"/>
            <a:ext cx="7561352" cy="33499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42CA840-6B36-4A0B-A918-2234138E15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095" t="9799" r="1361" b="4054"/>
          <a:stretch/>
        </p:blipFill>
        <p:spPr>
          <a:xfrm>
            <a:off x="7483165" y="1888021"/>
            <a:ext cx="222421" cy="1853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340F4C4-C820-49AB-A50C-DC40BA9A34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93169" b="92"/>
          <a:stretch/>
        </p:blipFill>
        <p:spPr>
          <a:xfrm>
            <a:off x="3637768" y="1861430"/>
            <a:ext cx="215720" cy="22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99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34F383A7-EBF7-4F8F-9161-D88223B129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764"/>
          <a:stretch/>
        </p:blipFill>
        <p:spPr>
          <a:xfrm>
            <a:off x="2168297" y="3052755"/>
            <a:ext cx="4323075" cy="1630663"/>
          </a:xfrm>
          <a:prstGeom prst="rect">
            <a:avLst/>
          </a:prstGeom>
        </p:spPr>
      </p:pic>
      <p:pic>
        <p:nvPicPr>
          <p:cNvPr id="10" name="내용 개체 틀 8">
            <a:extLst>
              <a:ext uri="{FF2B5EF4-FFF2-40B4-BE49-F238E27FC236}">
                <a16:creationId xmlns:a16="http://schemas.microsoft.com/office/drawing/2014/main" id="{99FDD080-2D73-4AB9-9F7F-0B2A4EDB9D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52"/>
          <a:stretch/>
        </p:blipFill>
        <p:spPr>
          <a:xfrm>
            <a:off x="2239394" y="3052755"/>
            <a:ext cx="4118437" cy="17785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440917C-8482-410C-8062-DCA33B0A92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49" b="3249"/>
          <a:stretch/>
        </p:blipFill>
        <p:spPr>
          <a:xfrm>
            <a:off x="2270615" y="1397415"/>
            <a:ext cx="4118437" cy="165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9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8">
            <a:extLst>
              <a:ext uri="{FF2B5EF4-FFF2-40B4-BE49-F238E27FC236}">
                <a16:creationId xmlns:a16="http://schemas.microsoft.com/office/drawing/2014/main" id="{AA5D7950-4B50-4AC6-BA7A-6D40F616F6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52"/>
          <a:stretch/>
        </p:blipFill>
        <p:spPr>
          <a:xfrm>
            <a:off x="877714" y="1379622"/>
            <a:ext cx="7757402" cy="33499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027B1C-91A5-4495-94CD-1D098CFD02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6200" b="23198"/>
          <a:stretch/>
        </p:blipFill>
        <p:spPr>
          <a:xfrm>
            <a:off x="1638232" y="1906482"/>
            <a:ext cx="206126" cy="1770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C465B51-92A5-40B6-A5F5-F0BC12585B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999" t="-5496" r="2129" b="27772"/>
          <a:stretch/>
        </p:blipFill>
        <p:spPr>
          <a:xfrm>
            <a:off x="5382463" y="1896404"/>
            <a:ext cx="210065" cy="1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7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C028FDB-E77F-4138-BE13-9F077E1ECB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5795"/>
          <a:stretch/>
        </p:blipFill>
        <p:spPr>
          <a:xfrm>
            <a:off x="3901250" y="1536028"/>
            <a:ext cx="4389500" cy="159208"/>
          </a:xfrm>
          <a:prstGeom prst="rect">
            <a:avLst/>
          </a:prstGeom>
        </p:spPr>
      </p:pic>
      <p:pic>
        <p:nvPicPr>
          <p:cNvPr id="6" name="내용 개체 틀 8">
            <a:extLst>
              <a:ext uri="{FF2B5EF4-FFF2-40B4-BE49-F238E27FC236}">
                <a16:creationId xmlns:a16="http://schemas.microsoft.com/office/drawing/2014/main" id="{DF762604-F656-462E-A9DC-B00D28957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52"/>
          <a:stretch/>
        </p:blipFill>
        <p:spPr>
          <a:xfrm>
            <a:off x="3889342" y="3205535"/>
            <a:ext cx="4413315" cy="19058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999492-65D0-4346-B4DD-B8556558A9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36" b="45545"/>
          <a:stretch/>
        </p:blipFill>
        <p:spPr>
          <a:xfrm>
            <a:off x="3901250" y="1695236"/>
            <a:ext cx="4389500" cy="178770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AB3E3D-1AE6-4CBD-9036-E0F62BE27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" y="323434"/>
            <a:ext cx="4413887" cy="35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94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범준 김</dc:creator>
  <cp:lastModifiedBy>범준 김</cp:lastModifiedBy>
  <cp:revision>7</cp:revision>
  <dcterms:created xsi:type="dcterms:W3CDTF">2026-06-15T03:42:55Z</dcterms:created>
  <dcterms:modified xsi:type="dcterms:W3CDTF">2026-06-21T06:14:16Z</dcterms:modified>
</cp:coreProperties>
</file>