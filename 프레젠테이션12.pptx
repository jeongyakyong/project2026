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7" autoAdjust="0"/>
    <p:restoredTop sz="94660"/>
  </p:normalViewPr>
  <p:slideViewPr>
    <p:cSldViewPr snapToGrid="0">
      <p:cViewPr>
        <p:scale>
          <a:sx n="50" d="100"/>
          <a:sy n="50" d="100"/>
        </p:scale>
        <p:origin x="1810" y="1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B8F43-E866-479D-B200-509546705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A4C7C6-F39E-4957-BB24-C41FA25CD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65689-0655-4033-9D8B-BA7B8F4A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DDD5EF-0389-4B54-B686-9770371A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C5E795-277C-4946-8769-11A81C6C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26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3C864-2D42-45BE-9CE5-B0C81AB1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2BD41F-B354-49B0-9081-4BD56B693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A5CA9-58B5-41C5-BA70-419FB95A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3AC11B-72BE-41B8-80AD-27A04750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0064D6-CF68-4322-AD9F-CC064737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476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0F2E9-1CED-4205-8C93-992CC42C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CD83C7-D6AB-458B-B434-A1FD39752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8A26C-8C2B-426E-BEB1-A553B8A5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CD5731-050C-4428-9AFC-85FDF98A0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ECD2B1-02E9-4CFD-AC76-CBABD56F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75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CB3B3-A41E-4C2F-BAD1-BD161D26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5DC0A-8BD3-4336-912A-FEDF417A8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9D3A18-90DA-4D2B-9302-3B2023D52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0A87C2-9CE9-4AC1-A00B-014E39E84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BAC778-2E53-4FAE-AA96-5E4A5CA9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095082-C09F-4B76-A5B6-C8950D2A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75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FAEFD-E2A7-4E25-9716-0414BDDF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51D9F9-05A1-4449-8FE4-EE32AC357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A0C75-6844-4410-A508-4D38BD5D8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782ABB-4F75-4204-B045-50321B256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7CD1A5-28AD-445F-85E9-D4441BA09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6586B81-0E41-4F8D-8A28-1B995AF3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CF1CB0-A29A-476B-9393-E10C146E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364A28-97BD-479A-A473-8E1E0611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94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383EE-B2F9-44FE-BD95-2CE07C21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69EA6-4BE0-4CBA-A218-6067C8CC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CF8865-198B-4014-A2E5-4C934761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59D688-28A4-4068-A649-2DEEC5E4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38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6114E9-1385-49AF-B2B4-43260AA4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3FFCD5-CA95-4001-822C-BA9CA88EA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F02F15-D115-4AE4-A8DC-B7B60E8B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772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4FE5D-B349-4678-8D8A-A756E80F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84E668-7C2B-45DC-AC4A-BBFB1C634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99DD54-279D-4674-B111-4C9122093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C009F9-6B75-4ACD-BA08-1B1974E6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92D937-C444-45AD-A790-E3930F5B6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6128F3-F2D7-45AD-A4FD-A189273D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25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40068-8411-4E2B-BD0B-3CF185E07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1B4F1F9-6DBF-4AD8-8BBE-A6456B320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14F66B-91FE-4CFF-84EE-2CA827C65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71EEEB-A739-468B-85C3-752C2F7F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14A9A-51AC-46B8-8384-5BAEDF7A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D7A4DD-B584-4ABC-8ABD-886B68D3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48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C6454-0760-49DC-835B-FD3318E7F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A74050-6A71-4392-BC24-C6A7772B6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D7F76-2FEC-4786-8286-5D77D626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D7BE12-D49B-426B-B447-18D52BD4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2EC3E7-B36C-4E80-95DB-3AA733ED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079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2D763F-ADF9-44F6-918B-3F192C6CA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8F89BF-2A9C-42B3-927B-BFB4009BA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37839-0DF1-4BF4-B1E1-51DA75E3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D42100-28C1-40F6-9E64-ECB9DF75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A02DFA-B87F-4ADF-BE55-CDB44A4C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34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F1DA14-C3F0-4935-AAFC-DADF1B2D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6A1F7-95DE-4B18-8BE8-0A7202903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07153-82F4-48E2-ACD7-AFA8DC804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323CC-91F9-4676-9123-0A1E04F7520C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8108A-1D9A-45C5-AC9A-2F9C14B04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C4B50-C41B-437B-B0F1-82A876D6F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92C25-41E3-4C43-9F58-473D3FEAA0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7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22CBA32E-67CD-42E1-82A2-2206B4E0C985}"/>
              </a:ext>
            </a:extLst>
          </p:cNvPr>
          <p:cNvGrpSpPr/>
          <p:nvPr/>
        </p:nvGrpSpPr>
        <p:grpSpPr>
          <a:xfrm>
            <a:off x="2228035" y="1330150"/>
            <a:ext cx="6491473" cy="3487178"/>
            <a:chOff x="2217760" y="1360972"/>
            <a:chExt cx="6491473" cy="348717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31154E-F1E8-4B95-83EA-B7CFEB2779EB}"/>
                </a:ext>
              </a:extLst>
            </p:cNvPr>
            <p:cNvSpPr txBox="1"/>
            <p:nvPr/>
          </p:nvSpPr>
          <p:spPr>
            <a:xfrm>
              <a:off x="2217760" y="3832487"/>
              <a:ext cx="129746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6000" dirty="0"/>
                <a:t>🤔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D4C4DF8-7536-42C8-B896-CD88FDBD0B68}"/>
                </a:ext>
              </a:extLst>
            </p:cNvPr>
            <p:cNvSpPr txBox="1"/>
            <p:nvPr/>
          </p:nvSpPr>
          <p:spPr>
            <a:xfrm>
              <a:off x="3020602" y="1360972"/>
              <a:ext cx="533590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0" dirty="0"/>
                <a:t>  ❄️</a:t>
              </a:r>
              <a:endParaRPr lang="en-US" altLang="ko-KR" sz="6000" dirty="0"/>
            </a:p>
            <a:p>
              <a:r>
                <a:rPr lang="ko-KR" altLang="en-US" sz="6000" dirty="0"/>
                <a:t>☀️💨  →  🔥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95F5D9E-F3AF-4E3B-B3AC-4BA1C83E79FD}"/>
                </a:ext>
              </a:extLst>
            </p:cNvPr>
            <p:cNvGrpSpPr/>
            <p:nvPr/>
          </p:nvGrpSpPr>
          <p:grpSpPr>
            <a:xfrm>
              <a:off x="3479342" y="4077920"/>
              <a:ext cx="5229891" cy="573781"/>
              <a:chOff x="1722845" y="2529015"/>
              <a:chExt cx="5229891" cy="1375719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D7BD10F1-0F77-4ACB-90DF-B0798736A9F5}"/>
                  </a:ext>
                </a:extLst>
              </p:cNvPr>
              <p:cNvSpPr/>
              <p:nvPr/>
            </p:nvSpPr>
            <p:spPr>
              <a:xfrm>
                <a:off x="2113005" y="2529015"/>
                <a:ext cx="4839731" cy="137571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이렇게 추운데 가스가 왜 안 나가지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?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이등변 삼각형 17">
                <a:extLst>
                  <a:ext uri="{FF2B5EF4-FFF2-40B4-BE49-F238E27FC236}">
                    <a16:creationId xmlns:a16="http://schemas.microsoft.com/office/drawing/2014/main" id="{EA699DE3-0313-4E14-BA91-5A74A19C1A36}"/>
                  </a:ext>
                </a:extLst>
              </p:cNvPr>
              <p:cNvSpPr/>
              <p:nvPr/>
            </p:nvSpPr>
            <p:spPr>
              <a:xfrm rot="16200000">
                <a:off x="1605262" y="2964957"/>
                <a:ext cx="625327" cy="39016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79E0459B-49AA-4EC0-A982-F27284A67B5D}"/>
                  </a:ext>
                </a:extLst>
              </p:cNvPr>
              <p:cNvSpPr/>
              <p:nvPr/>
            </p:nvSpPr>
            <p:spPr>
              <a:xfrm>
                <a:off x="2113005" y="2864255"/>
                <a:ext cx="86498" cy="5877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4F00DC-C253-41FB-B9CC-3CA633CDB6FB}"/>
                </a:ext>
              </a:extLst>
            </p:cNvPr>
            <p:cNvSpPr txBox="1"/>
            <p:nvPr/>
          </p:nvSpPr>
          <p:spPr>
            <a:xfrm>
              <a:off x="3674423" y="3504276"/>
              <a:ext cx="4618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추움                                 가스 수요 </a:t>
              </a:r>
              <a:r>
                <a:rPr lang="en-US" altLang="ko-KR" dirty="0"/>
                <a:t>?</a:t>
              </a:r>
              <a:endParaRPr lang="ko-KR" alt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87038E7-542B-41BF-AE6D-4EF9A980C2AC}"/>
              </a:ext>
            </a:extLst>
          </p:cNvPr>
          <p:cNvSpPr txBox="1"/>
          <p:nvPr/>
        </p:nvSpPr>
        <p:spPr>
          <a:xfrm>
            <a:off x="4672173" y="380413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❄️✨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500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13C49B2-230E-434B-BAB0-D46DBF5D3011}"/>
              </a:ext>
            </a:extLst>
          </p:cNvPr>
          <p:cNvGrpSpPr/>
          <p:nvPr/>
        </p:nvGrpSpPr>
        <p:grpSpPr>
          <a:xfrm>
            <a:off x="3107470" y="4156722"/>
            <a:ext cx="5229891" cy="573781"/>
            <a:chOff x="1722845" y="2529015"/>
            <a:chExt cx="5229891" cy="1375719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99D45E3-24AF-41A7-A5F4-8BA6CF0278B5}"/>
                </a:ext>
              </a:extLst>
            </p:cNvPr>
            <p:cNvSpPr/>
            <p:nvPr/>
          </p:nvSpPr>
          <p:spPr>
            <a:xfrm>
              <a:off x="2113005" y="2529015"/>
              <a:ext cx="4839731" cy="13757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추운 날이니 가스물량이 </a:t>
              </a:r>
              <a:r>
                <a:rPr lang="ko-KR" altLang="en-US" dirty="0" err="1">
                  <a:solidFill>
                    <a:schemeClr val="tx1"/>
                  </a:solidFill>
                </a:rPr>
                <a:t>많겠구만</a:t>
              </a:r>
              <a:r>
                <a:rPr lang="en-US" altLang="ko-KR" dirty="0">
                  <a:solidFill>
                    <a:schemeClr val="tx1"/>
                  </a:solidFill>
                </a:rPr>
                <a:t>!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이등변 삼각형 4">
              <a:extLst>
                <a:ext uri="{FF2B5EF4-FFF2-40B4-BE49-F238E27FC236}">
                  <a16:creationId xmlns:a16="http://schemas.microsoft.com/office/drawing/2014/main" id="{2B1E135D-149B-41CA-BD11-23F176592009}"/>
                </a:ext>
              </a:extLst>
            </p:cNvPr>
            <p:cNvSpPr/>
            <p:nvPr/>
          </p:nvSpPr>
          <p:spPr>
            <a:xfrm rot="16200000">
              <a:off x="1605262" y="2964957"/>
              <a:ext cx="625327" cy="39016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F148C13-4044-4DF7-AB6D-0EF28DA92AEB}"/>
                </a:ext>
              </a:extLst>
            </p:cNvPr>
            <p:cNvSpPr/>
            <p:nvPr/>
          </p:nvSpPr>
          <p:spPr>
            <a:xfrm>
              <a:off x="2113005" y="2864255"/>
              <a:ext cx="86498" cy="5877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F28443-788A-46CB-A93C-D04242D73E28}"/>
              </a:ext>
            </a:extLst>
          </p:cNvPr>
          <p:cNvSpPr txBox="1"/>
          <p:nvPr/>
        </p:nvSpPr>
        <p:spPr>
          <a:xfrm>
            <a:off x="1824681" y="3935782"/>
            <a:ext cx="1169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0" dirty="0"/>
              <a:t>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125839-A156-47EC-800A-46B9F15FFE80}"/>
              </a:ext>
            </a:extLst>
          </p:cNvPr>
          <p:cNvSpPr txBox="1"/>
          <p:nvPr/>
        </p:nvSpPr>
        <p:spPr>
          <a:xfrm>
            <a:off x="2913002" y="2202728"/>
            <a:ext cx="39706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0" dirty="0"/>
              <a:t>❄️  → 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50CEB-7B95-401D-938B-4A595B85EFAE}"/>
              </a:ext>
            </a:extLst>
          </p:cNvPr>
          <p:cNvSpPr txBox="1"/>
          <p:nvPr/>
        </p:nvSpPr>
        <p:spPr>
          <a:xfrm>
            <a:off x="3207249" y="3304030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추움                       가스 수요↑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78F7354-C0C1-41AF-8F4F-997AE312B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063" y="0"/>
            <a:ext cx="5071505" cy="26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6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EA7AF0-B4E1-40A2-BEAD-AC249F8ED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05" y="2532457"/>
            <a:ext cx="4475014" cy="206068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39258C-6026-4E8B-9E6E-DFD7C5DF2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119" y="2219614"/>
            <a:ext cx="4488617" cy="2373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79CCF6-CE67-4729-A1B2-D92143CA9272}"/>
              </a:ext>
            </a:extLst>
          </p:cNvPr>
          <p:cNvSpPr txBox="1"/>
          <p:nvPr/>
        </p:nvSpPr>
        <p:spPr>
          <a:xfrm>
            <a:off x="6958427" y="24555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현재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CD9B2-E465-4828-B325-EC93E83AF3EC}"/>
              </a:ext>
            </a:extLst>
          </p:cNvPr>
          <p:cNvSpPr txBox="1"/>
          <p:nvPr/>
        </p:nvSpPr>
        <p:spPr>
          <a:xfrm>
            <a:off x="1928973" y="2455523"/>
            <a:ext cx="64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과거 </a:t>
            </a:r>
          </a:p>
        </p:txBody>
      </p:sp>
    </p:spTree>
    <p:extLst>
      <p:ext uri="{BB962C8B-B14F-4D97-AF65-F5344CB8AC3E}">
        <p14:creationId xmlns:p14="http://schemas.microsoft.com/office/powerpoint/2010/main" val="5088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7531AA-BFF4-4400-856D-5341F5AC9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91" y="1325834"/>
            <a:ext cx="10058617" cy="420633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9CFC5B0-E067-4F41-9F48-3D2B9FA44057}"/>
              </a:ext>
            </a:extLst>
          </p:cNvPr>
          <p:cNvSpPr/>
          <p:nvPr/>
        </p:nvSpPr>
        <p:spPr>
          <a:xfrm>
            <a:off x="3018328" y="1666959"/>
            <a:ext cx="1173345" cy="3358195"/>
          </a:xfrm>
          <a:prstGeom prst="rect">
            <a:avLst/>
          </a:pr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A</a:t>
            </a:r>
          </a:p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endParaRPr lang="ko-KR" altLang="en-US" sz="4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73961A-32BA-40DC-ABFE-04E760CB4B65}"/>
              </a:ext>
            </a:extLst>
          </p:cNvPr>
          <p:cNvSpPr/>
          <p:nvPr/>
        </p:nvSpPr>
        <p:spPr>
          <a:xfrm>
            <a:off x="8375774" y="1666959"/>
            <a:ext cx="1173345" cy="3358195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r>
              <a:rPr lang="en-US" altLang="ko-KR" sz="4000" dirty="0">
                <a:solidFill>
                  <a:schemeClr val="tx1"/>
                </a:solidFill>
              </a:rPr>
              <a:t>B</a:t>
            </a:r>
          </a:p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endParaRPr lang="en-US" altLang="ko-KR" sz="4000" dirty="0">
              <a:solidFill>
                <a:schemeClr val="tx1"/>
              </a:solidFill>
            </a:endParaRPr>
          </a:p>
          <a:p>
            <a:pPr algn="ctr"/>
            <a:endParaRPr lang="ko-KR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38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6BD3E7-FFFD-4106-9E12-307FA371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42623" y="-641106"/>
            <a:ext cx="7162014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4B5439-DBFE-4C7F-A5BC-006B8556F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462" y="0"/>
            <a:ext cx="8493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3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FA88517-EC79-49AC-85E7-F62ACF514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" y="-2836190"/>
            <a:ext cx="12183653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D17B09A-DBE4-43D6-8529-E0FBF981A5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b="23749"/>
          <a:stretch/>
        </p:blipFill>
        <p:spPr>
          <a:xfrm>
            <a:off x="39343" y="3994689"/>
            <a:ext cx="12192000" cy="30415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8399801-D94B-470D-83FD-017BF8D7E0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84" t="80589" r="40556" b="3869"/>
          <a:stretch/>
        </p:blipFill>
        <p:spPr>
          <a:xfrm>
            <a:off x="39343" y="-1675238"/>
            <a:ext cx="5592305" cy="66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96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36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범준 김</dc:creator>
  <cp:lastModifiedBy>범준 김</cp:lastModifiedBy>
  <cp:revision>7</cp:revision>
  <dcterms:created xsi:type="dcterms:W3CDTF">2026-06-16T10:19:05Z</dcterms:created>
  <dcterms:modified xsi:type="dcterms:W3CDTF">2026-06-18T13:48:05Z</dcterms:modified>
</cp:coreProperties>
</file>