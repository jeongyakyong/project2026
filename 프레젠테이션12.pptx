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77" r:id="rId13"/>
    <p:sldId id="267" r:id="rId14"/>
    <p:sldId id="278" r:id="rId15"/>
    <p:sldId id="268" r:id="rId16"/>
    <p:sldId id="285" r:id="rId17"/>
    <p:sldId id="269" r:id="rId18"/>
    <p:sldId id="270" r:id="rId19"/>
    <p:sldId id="271" r:id="rId20"/>
    <p:sldId id="272" r:id="rId21"/>
    <p:sldId id="273" r:id="rId22"/>
    <p:sldId id="275" r:id="rId23"/>
    <p:sldId id="274" r:id="rId24"/>
    <p:sldId id="276" r:id="rId25"/>
    <p:sldId id="279" r:id="rId26"/>
    <p:sldId id="280" r:id="rId27"/>
    <p:sldId id="281" r:id="rId28"/>
    <p:sldId id="282" r:id="rId29"/>
    <p:sldId id="283" r:id="rId30"/>
    <p:sldId id="284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A8B8"/>
    <a:srgbClr val="EEF0F3"/>
    <a:srgbClr val="F0FDF4"/>
    <a:srgbClr val="FE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>
        <p:scale>
          <a:sx n="75" d="100"/>
          <a:sy n="75" d="100"/>
        </p:scale>
        <p:origin x="84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7073390" cy="3487178"/>
            <a:chOff x="2217760" y="1360972"/>
            <a:chExt cx="7073390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072" y="-2061577"/>
            <a:ext cx="5071505" cy="268175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776BB67E-61D5-4DA7-8710-313C33717652}"/>
              </a:ext>
            </a:extLst>
          </p:cNvPr>
          <p:cNvGrpSpPr/>
          <p:nvPr/>
        </p:nvGrpSpPr>
        <p:grpSpPr>
          <a:xfrm>
            <a:off x="-2747319" y="2528193"/>
            <a:ext cx="7480280" cy="2748717"/>
            <a:chOff x="1824681" y="2202728"/>
            <a:chExt cx="7480280" cy="2748717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819582E3-589A-4E2F-9B7B-3A6D0238A0AE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B736A9A-A4E1-40C7-8D91-B185915B2C11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이등변 삼각형 34">
                <a:extLst>
                  <a:ext uri="{FF2B5EF4-FFF2-40B4-BE49-F238E27FC236}">
                    <a16:creationId xmlns:a16="http://schemas.microsoft.com/office/drawing/2014/main" id="{976A0F92-E555-4296-8475-33EC95AB87B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35FDEFA-3E89-4628-8DF8-B64DF4491DE6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B58A21B-AC5B-4F08-B674-238B7C9DD379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2E8D2FF-2240-4947-9D81-C3E39A1E20B7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7D6FE3-F11B-41F3-BBE3-277089248B55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67C7A20-C263-4DF2-AB71-A61C1EF50296}"/>
              </a:ext>
            </a:extLst>
          </p:cNvPr>
          <p:cNvGrpSpPr/>
          <p:nvPr/>
        </p:nvGrpSpPr>
        <p:grpSpPr>
          <a:xfrm>
            <a:off x="4360433" y="1685411"/>
            <a:ext cx="7073390" cy="3487178"/>
            <a:chOff x="2217760" y="1360972"/>
            <a:chExt cx="7073390" cy="3487178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0A8A36-973E-4262-8F3E-75564673302F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EFC6CF-0B1C-4DCA-8299-5AE854525CEB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42A780B-2970-4AF4-B59A-AD55BF7B36FC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25D5C4BE-17AD-4F98-AA38-332BEA43A863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이등변 삼각형 42">
                <a:extLst>
                  <a:ext uri="{FF2B5EF4-FFF2-40B4-BE49-F238E27FC236}">
                    <a16:creationId xmlns:a16="http://schemas.microsoft.com/office/drawing/2014/main" id="{5C3F5759-81ED-4109-BC31-2F9F9D4E175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1D744BA1-7555-485B-B033-717B5EC2DB8C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256B3-C116-4B33-B560-7DC9CC492409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7450796" y="102583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3115521" y="84116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B3ADFED-2A72-46B2-B809-4887212DE222}"/>
              </a:ext>
            </a:extLst>
          </p:cNvPr>
          <p:cNvGrpSpPr/>
          <p:nvPr/>
        </p:nvGrpSpPr>
        <p:grpSpPr>
          <a:xfrm>
            <a:off x="293681" y="3548101"/>
            <a:ext cx="7480280" cy="2748717"/>
            <a:chOff x="1824681" y="2202728"/>
            <a:chExt cx="7480280" cy="274871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0804019-EB68-46FD-A3A9-30DDFC27A668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13DCFEC-B436-49E2-ABAD-995B9B9E7BFE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FAD4D753-B694-48A0-820C-49EF2D986665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E12B5555-3FD6-4D34-B6B4-2CB7804C414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E97580-FF62-4E29-BA2D-EFBC99581FC8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F92A11-6A06-4183-B40B-0F4D5663211A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BED0BD-2EFF-4488-8219-070025F8FAAE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A20ABF6A-03A3-43A0-9803-45C4D47AD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752" y="1514861"/>
            <a:ext cx="4664248" cy="259722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45B34A0-4900-4278-8B02-3D58D5E25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69" y="2334016"/>
            <a:ext cx="4464461" cy="218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FE382E-9B61-450A-8AA3-16C9D6FCE0CA}"/>
              </a:ext>
            </a:extLst>
          </p:cNvPr>
          <p:cNvSpPr txBox="1"/>
          <p:nvPr/>
        </p:nvSpPr>
        <p:spPr>
          <a:xfrm>
            <a:off x="7028762" y="26173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A84B7-C121-4426-B932-761EB554F148}"/>
              </a:ext>
            </a:extLst>
          </p:cNvPr>
          <p:cNvSpPr txBox="1"/>
          <p:nvPr/>
        </p:nvSpPr>
        <p:spPr>
          <a:xfrm>
            <a:off x="1894066" y="261374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CE421A-AECD-4EE8-B6DF-48FD8B0E3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96" y="3021743"/>
            <a:ext cx="4664248" cy="25972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644BFF-7B6D-4B31-BF53-EF01F6A7E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76" y="3429000"/>
            <a:ext cx="4464461" cy="2189968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E8620D3-7CC5-447B-99E0-0B01F31784F0}"/>
              </a:ext>
            </a:extLst>
          </p:cNvPr>
          <p:cNvCxnSpPr/>
          <p:nvPr/>
        </p:nvCxnSpPr>
        <p:spPr>
          <a:xfrm>
            <a:off x="4947138" y="2613744"/>
            <a:ext cx="0" cy="2896102"/>
          </a:xfrm>
          <a:prstGeom prst="line">
            <a:avLst/>
          </a:prstGeom>
          <a:ln w="19050">
            <a:solidFill>
              <a:schemeClr val="bg2">
                <a:lumMod val="9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263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31550A-E1B0-4114-987B-21C6F27BC3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57" t="12839" r="48562" b="44212"/>
          <a:stretch/>
        </p:blipFill>
        <p:spPr>
          <a:xfrm>
            <a:off x="275129" y="1545579"/>
            <a:ext cx="5996198" cy="21767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6E4927-F08F-4A00-AFCD-8317F6537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18" t="25930" r="1438" b="43096"/>
          <a:stretch/>
        </p:blipFill>
        <p:spPr>
          <a:xfrm>
            <a:off x="6271326" y="2419517"/>
            <a:ext cx="5820871" cy="1569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ECD988-8F9D-4E7B-BD0E-BA8C519D42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86" t="14436" r="1370" b="73749"/>
          <a:stretch/>
        </p:blipFill>
        <p:spPr>
          <a:xfrm>
            <a:off x="6271326" y="1480841"/>
            <a:ext cx="5820871" cy="5988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BC860AB-A048-42A3-AD86-9E11EBF256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7762"/>
          <a:stretch/>
        </p:blipFill>
        <p:spPr>
          <a:xfrm>
            <a:off x="0" y="3678509"/>
            <a:ext cx="12192000" cy="16339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763405-3785-4209-8559-C1EB988DF3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95" b="46288"/>
          <a:stretch/>
        </p:blipFill>
        <p:spPr>
          <a:xfrm>
            <a:off x="0" y="1634591"/>
            <a:ext cx="12192000" cy="198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2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5EEB83E3-3A5F-4B45-BCE1-6DCF0930A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594"/>
          <a:stretch/>
        </p:blipFill>
        <p:spPr>
          <a:xfrm>
            <a:off x="164123" y="3212123"/>
            <a:ext cx="11430000" cy="14766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666FC63-9D12-44AC-B0AE-644A01A89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858"/>
          <a:stretch/>
        </p:blipFill>
        <p:spPr>
          <a:xfrm>
            <a:off x="164123" y="1218904"/>
            <a:ext cx="11430000" cy="19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23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012420E-D935-4C6F-BF50-348D71FCFB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42"/>
          <a:stretch/>
        </p:blipFill>
        <p:spPr>
          <a:xfrm>
            <a:off x="331826" y="1395046"/>
            <a:ext cx="11528347" cy="54629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671236-F346-4E0E-BC9E-CED3901137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847" b="91966"/>
          <a:stretch/>
        </p:blipFill>
        <p:spPr>
          <a:xfrm>
            <a:off x="6095999" y="1395046"/>
            <a:ext cx="5435927" cy="55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875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254979F-112D-4957-AB94-43BDB8610B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10" b="9381"/>
          <a:stretch/>
        </p:blipFill>
        <p:spPr>
          <a:xfrm>
            <a:off x="1381125" y="3018329"/>
            <a:ext cx="9429750" cy="31963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3D57B-BE80-413C-B01C-5BD4F56318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11" t="10521" r="3332" b="82635"/>
          <a:stretch/>
        </p:blipFill>
        <p:spPr>
          <a:xfrm>
            <a:off x="5033246" y="3552401"/>
            <a:ext cx="2362876" cy="4693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FD2407-09F7-4E82-9CCF-20E005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14" r="95940" b="39351"/>
          <a:stretch/>
        </p:blipFill>
        <p:spPr>
          <a:xfrm>
            <a:off x="1389217" y="2362874"/>
            <a:ext cx="382939" cy="284839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BD0300-7EF7-460A-96F1-0DF3D52C1D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846" b="4751"/>
          <a:stretch/>
        </p:blipFill>
        <p:spPr>
          <a:xfrm>
            <a:off x="1580686" y="6093302"/>
            <a:ext cx="9425233" cy="24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08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8FF34F-F514-4194-A34B-0DFFCC964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8" y="1456927"/>
            <a:ext cx="12192000" cy="2659044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2C6BFD39-07C7-46FD-B433-FFCBD4157212}"/>
              </a:ext>
            </a:extLst>
          </p:cNvPr>
          <p:cNvSpPr/>
          <p:nvPr/>
        </p:nvSpPr>
        <p:spPr>
          <a:xfrm>
            <a:off x="1742303" y="3132438"/>
            <a:ext cx="556054" cy="5931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24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24697B8-3DDA-4A24-984A-0ED6B4D350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2912" b="11470"/>
          <a:stretch/>
        </p:blipFill>
        <p:spPr>
          <a:xfrm>
            <a:off x="3293457" y="1658868"/>
            <a:ext cx="7843517" cy="36090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723825D-DE72-4362-96FD-A537EB35A1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40" b="94011"/>
          <a:stretch/>
        </p:blipFill>
        <p:spPr>
          <a:xfrm>
            <a:off x="4767921" y="1373039"/>
            <a:ext cx="4230422" cy="2858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32E9CD8-6211-4551-8C73-47A12E707B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6" t="94407"/>
          <a:stretch/>
        </p:blipFill>
        <p:spPr>
          <a:xfrm>
            <a:off x="3576679" y="5348836"/>
            <a:ext cx="8045817" cy="2669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C9033F-9A55-476C-99D3-CA4CB58EA8B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r="746" b="11470"/>
          <a:stretch/>
        </p:blipFill>
        <p:spPr>
          <a:xfrm>
            <a:off x="3293457" y="1739788"/>
            <a:ext cx="7768355" cy="352812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4E4481B9-05EF-41A6-ADB3-CADA6668F9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b="16726"/>
          <a:stretch/>
        </p:blipFill>
        <p:spPr>
          <a:xfrm>
            <a:off x="3293457" y="1739788"/>
            <a:ext cx="7843518" cy="327727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397244E6-FE1F-439C-957A-192D62CFE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9023" y="1307408"/>
            <a:ext cx="8333954" cy="424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30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77463EE-4730-43DD-A813-23753CA02C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321" b="7691"/>
          <a:stretch/>
        </p:blipFill>
        <p:spPr>
          <a:xfrm>
            <a:off x="1760091" y="65046"/>
            <a:ext cx="8457550" cy="42431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A91E0C2-3963-4DE4-B829-199A8B261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091" y="4621519"/>
            <a:ext cx="8457550" cy="262257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CA0E96F-A0B9-4CF6-A335-A7CC338C16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6316" r="3948" b="7691"/>
          <a:stretch/>
        </p:blipFill>
        <p:spPr>
          <a:xfrm>
            <a:off x="1760091" y="7244097"/>
            <a:ext cx="8671819" cy="2754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4F3CA15-5EAA-4C33-BFAC-0EBB07EB7A39}"/>
              </a:ext>
            </a:extLst>
          </p:cNvPr>
          <p:cNvSpPr txBox="1"/>
          <p:nvPr/>
        </p:nvSpPr>
        <p:spPr>
          <a:xfrm>
            <a:off x="3112576" y="4017791"/>
            <a:ext cx="596684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도시가스 판매량의 계절성과 기온과의 상관관계 분석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3755F5-7D68-4B20-83F1-44303FD6FEBF}"/>
              </a:ext>
            </a:extLst>
          </p:cNvPr>
          <p:cNvSpPr txBox="1"/>
          <p:nvPr/>
        </p:nvSpPr>
        <p:spPr>
          <a:xfrm>
            <a:off x="3112576" y="-13847"/>
            <a:ext cx="57188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발전용 가스의 순 수요 및 기온과의 상관관계 분석</a:t>
            </a:r>
          </a:p>
        </p:txBody>
      </p:sp>
    </p:spTree>
    <p:extLst>
      <p:ext uri="{BB962C8B-B14F-4D97-AF65-F5344CB8AC3E}">
        <p14:creationId xmlns:p14="http://schemas.microsoft.com/office/powerpoint/2010/main" val="1128489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4CB8BB-1126-44C8-97CE-84DD0B89C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788" y="1968169"/>
            <a:ext cx="4582022" cy="31092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2C6D47-C646-4FA3-AD2C-CBDE9CBCE88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50"/>
          <a:stretch/>
        </p:blipFill>
        <p:spPr>
          <a:xfrm>
            <a:off x="-1644607" y="1874385"/>
            <a:ext cx="7740607" cy="31092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99236D6-01F5-4D7D-862A-D7D8061019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14" b="76164"/>
          <a:stretch/>
        </p:blipFill>
        <p:spPr>
          <a:xfrm>
            <a:off x="4665121" y="1812601"/>
            <a:ext cx="1430879" cy="74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474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98772DC-BFF1-4148-97E6-F046E1AF82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72" r="1055" b="2854"/>
          <a:stretch/>
        </p:blipFill>
        <p:spPr>
          <a:xfrm>
            <a:off x="609125" y="2001796"/>
            <a:ext cx="10857946" cy="34104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66E96B4-D13F-49AE-AF5C-37EF131FB5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859"/>
          <a:stretch/>
        </p:blipFill>
        <p:spPr>
          <a:xfrm>
            <a:off x="609124" y="1576358"/>
            <a:ext cx="10973751" cy="342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9954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ED8BCE5A-5EEC-4AD3-A914-5F786DE7B9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8" b="8501"/>
          <a:stretch/>
        </p:blipFill>
        <p:spPr>
          <a:xfrm>
            <a:off x="6773174" y="2969610"/>
            <a:ext cx="4384562" cy="303572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9281790-4C1D-4B7A-BF50-BF4D1176B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68" y="2988064"/>
            <a:ext cx="5406705" cy="301727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CD43CF7-DEF9-40D9-9534-4D0154BDC1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1778035" y="3162786"/>
            <a:ext cx="453362" cy="14373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A4F7029-CF40-4D81-93BA-B7DE32F485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7184740" y="3058165"/>
            <a:ext cx="453362" cy="14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630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608DFCB-6B54-4949-B589-888F32A74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983" y="900693"/>
            <a:ext cx="8295970" cy="44497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94B263E-0FDD-482F-ACD0-4C8C2E6F0A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3647236" y="3763149"/>
            <a:ext cx="1550775" cy="2840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DCDD34B-71D2-42D2-AB33-AF8E7BB7C3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5612901" y="3755464"/>
            <a:ext cx="1649628" cy="28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516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3BE5504-0EBB-44E5-8764-44C50732A7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812" b="17579"/>
          <a:stretch/>
        </p:blipFill>
        <p:spPr>
          <a:xfrm>
            <a:off x="5924390" y="1818867"/>
            <a:ext cx="5407989" cy="36675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938BF-1AD2-4352-BA99-B73EB5937B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7235680" y="4691238"/>
            <a:ext cx="1550775" cy="28403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7E908B-F377-4FAD-A78A-00615725EC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9178293" y="4675869"/>
            <a:ext cx="1649628" cy="28403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E03842E-E235-42D7-9E3A-8AB4415201A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2" r="22334" b="16130"/>
          <a:stretch/>
        </p:blipFill>
        <p:spPr>
          <a:xfrm>
            <a:off x="314275" y="2087745"/>
            <a:ext cx="5778733" cy="33986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7B0ADB8-3190-464C-BF34-627CF194D6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92686"/>
          <a:stretch/>
        </p:blipFill>
        <p:spPr>
          <a:xfrm>
            <a:off x="314275" y="1821370"/>
            <a:ext cx="5778733" cy="34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88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5E92B8E-FE57-4B9D-B20D-F1841B9684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983"/>
          <a:stretch/>
        </p:blipFill>
        <p:spPr>
          <a:xfrm>
            <a:off x="984180" y="2143844"/>
            <a:ext cx="10815241" cy="312021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650CB9-3129-480B-9192-2516391823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1075"/>
          <a:stretch/>
        </p:blipFill>
        <p:spPr>
          <a:xfrm>
            <a:off x="603855" y="1816289"/>
            <a:ext cx="10815241" cy="3275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F8BB217-0DC2-49EC-88E6-CEE2538B68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16130"/>
          <a:stretch/>
        </p:blipFill>
        <p:spPr>
          <a:xfrm>
            <a:off x="2421157" y="2231832"/>
            <a:ext cx="5444301" cy="373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9434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6D98C87-CCEE-4C81-8D4A-B48C7E5F2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90" y="801038"/>
            <a:ext cx="11587620" cy="525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521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198BB24-2C39-40F8-AD87-5EFC7F0D78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51" y="1262377"/>
            <a:ext cx="6851337" cy="371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633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B146A7A-5E9A-4AC6-AE8D-25090A335E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9387"/>
          <a:stretch/>
        </p:blipFill>
        <p:spPr>
          <a:xfrm>
            <a:off x="930585" y="1236686"/>
            <a:ext cx="10973751" cy="4464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17D14DC-BCFE-4AE4-B16D-F6A95DC03D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53"/>
          <a:stretch/>
        </p:blipFill>
        <p:spPr>
          <a:xfrm>
            <a:off x="930585" y="1633893"/>
            <a:ext cx="10973751" cy="359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0710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A97156F-2CAA-43D6-A949-773D37DC7D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655"/>
          <a:stretch/>
        </p:blipFill>
        <p:spPr>
          <a:xfrm>
            <a:off x="6145429" y="2237299"/>
            <a:ext cx="5894171" cy="238339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9A7FD-F5C6-46EF-9695-C31078B62E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05"/>
          <a:stretch/>
        </p:blipFill>
        <p:spPr>
          <a:xfrm>
            <a:off x="152400" y="2237299"/>
            <a:ext cx="5741773" cy="2383399"/>
          </a:xfrm>
          <a:prstGeom prst="rect">
            <a:avLst/>
          </a:prstGeom>
        </p:spPr>
      </p:pic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336852B-D0FC-44CB-9D16-7B170DE6F8A3}"/>
              </a:ext>
            </a:extLst>
          </p:cNvPr>
          <p:cNvCxnSpPr>
            <a:cxnSpLocks/>
          </p:cNvCxnSpPr>
          <p:nvPr/>
        </p:nvCxnSpPr>
        <p:spPr>
          <a:xfrm>
            <a:off x="6042453" y="2237299"/>
            <a:ext cx="0" cy="2235844"/>
          </a:xfrm>
          <a:prstGeom prst="line">
            <a:avLst/>
          </a:prstGeom>
          <a:ln w="38100">
            <a:solidFill>
              <a:srgbClr val="B0A8B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5671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60E73FB-43F0-4571-B413-C1712D36B8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904"/>
          <a:stretch/>
        </p:blipFill>
        <p:spPr>
          <a:xfrm>
            <a:off x="2682520" y="1521622"/>
            <a:ext cx="6826955" cy="89740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32B2B84-2ED2-4807-86B1-207E5CD03F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552" t="70514" r="2233" b="12774"/>
          <a:stretch/>
        </p:blipFill>
        <p:spPr>
          <a:xfrm>
            <a:off x="7176886" y="2975306"/>
            <a:ext cx="1994491" cy="62240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4AB3D15-3842-4062-AB4D-581DFC53BB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8" b="25807"/>
          <a:stretch/>
        </p:blipFill>
        <p:spPr>
          <a:xfrm>
            <a:off x="2682521" y="1970325"/>
            <a:ext cx="6826955" cy="19562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73BEA8D-3D86-470C-95BF-F404769705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9" t="86241" b="2010"/>
          <a:stretch/>
        </p:blipFill>
        <p:spPr>
          <a:xfrm>
            <a:off x="3135086" y="3827057"/>
            <a:ext cx="6374389" cy="43758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0EA5CB3-76FA-4E71-9805-BAC976BADA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552" t="70514" r="2233" b="12774"/>
          <a:stretch/>
        </p:blipFill>
        <p:spPr>
          <a:xfrm>
            <a:off x="7329286" y="3127706"/>
            <a:ext cx="1994491" cy="62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806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A529539-AD47-482C-BBE0-C7814CCAE44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35" t="4633" r="2251" b="4860"/>
          <a:stretch/>
        </p:blipFill>
        <p:spPr>
          <a:xfrm>
            <a:off x="333632" y="1223319"/>
            <a:ext cx="9477633" cy="3595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794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794B16A-F7BB-4304-BF84-C9A5A223F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24" y="28786"/>
            <a:ext cx="10557951" cy="680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820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5E96FCF-F14E-4221-B718-B2D569DAA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710" y="-345989"/>
            <a:ext cx="900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3633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B039C37-DC99-4198-AA25-BE02F2543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40" y="0"/>
            <a:ext cx="11015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1866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5AB09F93-1207-416E-82C9-D8F326FB83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" t="14982" r="30046" b="8776"/>
          <a:stretch/>
        </p:blipFill>
        <p:spPr>
          <a:xfrm>
            <a:off x="2085653" y="1507524"/>
            <a:ext cx="5188450" cy="318804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1C3B7D4-92AA-48AC-B52E-34D31D2992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81" t="995" r="48436" b="93096"/>
          <a:stretch/>
        </p:blipFill>
        <p:spPr>
          <a:xfrm>
            <a:off x="2858576" y="1723281"/>
            <a:ext cx="3336324" cy="247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316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1CFED18-38BA-4E9B-A0E1-2348DBC587C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573"/>
          <a:stretch/>
        </p:blipFill>
        <p:spPr>
          <a:xfrm>
            <a:off x="9618324" y="1283173"/>
            <a:ext cx="417816" cy="4596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26269D3-8E9B-479C-8D85-DF79682827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33" t="16565" r="59115"/>
          <a:stretch/>
        </p:blipFill>
        <p:spPr>
          <a:xfrm>
            <a:off x="2155860" y="2044557"/>
            <a:ext cx="2981219" cy="38350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D84050-D7B2-46B3-9B6D-067C40D4F24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511" t="13769" r="9733"/>
          <a:stretch/>
        </p:blipFill>
        <p:spPr>
          <a:xfrm>
            <a:off x="5137079" y="1916063"/>
            <a:ext cx="4481245" cy="39635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5888FDE-3D6A-44ED-8F7C-C22E686862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3811" t="42167" r="5152" b="4716"/>
          <a:stretch/>
        </p:blipFill>
        <p:spPr>
          <a:xfrm>
            <a:off x="6231276" y="1608892"/>
            <a:ext cx="2969232" cy="37141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90D8FDA-206B-471E-8EAD-06331DF9EE9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6884" r="71504" b="18376"/>
          <a:stretch/>
        </p:blipFill>
        <p:spPr>
          <a:xfrm>
            <a:off x="2283431" y="1737386"/>
            <a:ext cx="2726077" cy="24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855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C4B5DA93-EEBA-4907-9848-CCEEEBBB19C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4870"/>
          <a:stretch/>
        </p:blipFill>
        <p:spPr>
          <a:xfrm>
            <a:off x="4287750" y="1127559"/>
            <a:ext cx="4342474" cy="460287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F2E6A36-0158-4EE5-86D6-7013BE981FB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69" r="60478"/>
          <a:stretch/>
        </p:blipFill>
        <p:spPr>
          <a:xfrm>
            <a:off x="1174749" y="1798163"/>
            <a:ext cx="3113001" cy="39322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9778304-AB8B-4E6E-AAC9-B727C86E286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6884" r="71504" b="18376"/>
          <a:stretch/>
        </p:blipFill>
        <p:spPr>
          <a:xfrm>
            <a:off x="1368210" y="1555240"/>
            <a:ext cx="2726077" cy="24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63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</TotalTime>
  <Words>85</Words>
  <Application>Microsoft Office PowerPoint</Application>
  <PresentationFormat>와이드스크린</PresentationFormat>
  <Paragraphs>33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44</cp:revision>
  <dcterms:created xsi:type="dcterms:W3CDTF">2026-06-16T10:19:05Z</dcterms:created>
  <dcterms:modified xsi:type="dcterms:W3CDTF">2026-07-01T07:02:09Z</dcterms:modified>
</cp:coreProperties>
</file>