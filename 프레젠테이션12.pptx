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4" r:id="rId5"/>
    <p:sldId id="259" r:id="rId6"/>
    <p:sldId id="260" r:id="rId7"/>
    <p:sldId id="261" r:id="rId8"/>
    <p:sldId id="262" r:id="rId9"/>
    <p:sldId id="263" r:id="rId10"/>
    <p:sldId id="265" r:id="rId11"/>
    <p:sldId id="266" r:id="rId12"/>
    <p:sldId id="277" r:id="rId13"/>
    <p:sldId id="267" r:id="rId14"/>
    <p:sldId id="278" r:id="rId15"/>
    <p:sldId id="268" r:id="rId16"/>
    <p:sldId id="269" r:id="rId17"/>
    <p:sldId id="270" r:id="rId18"/>
    <p:sldId id="271" r:id="rId19"/>
    <p:sldId id="272" r:id="rId20"/>
    <p:sldId id="273" r:id="rId21"/>
    <p:sldId id="275" r:id="rId22"/>
    <p:sldId id="274" r:id="rId23"/>
    <p:sldId id="276" r:id="rId24"/>
    <p:sldId id="279" r:id="rId25"/>
    <p:sldId id="280" r:id="rId2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0A8B8"/>
    <a:srgbClr val="EEF0F3"/>
    <a:srgbClr val="F0FDF4"/>
    <a:srgbClr val="FE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757" autoAdjust="0"/>
    <p:restoredTop sz="94660"/>
  </p:normalViewPr>
  <p:slideViewPr>
    <p:cSldViewPr snapToGrid="0">
      <p:cViewPr varScale="1">
        <p:scale>
          <a:sx n="63" d="100"/>
          <a:sy n="63" d="100"/>
        </p:scale>
        <p:origin x="344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BB8F43-E866-479D-B200-5095467058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3A4C7C6-F39E-4957-BB24-C41FA25CD7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8365689-0655-4033-9D8B-BA7B8F4A7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DDD5EF-0389-4B54-B686-9770371A2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BC5E795-277C-4946-8769-11A81C6CC2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12669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93C864-2D42-45BE-9CE5-B0C81AB10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2BD41F-B354-49B0-9081-4BD56B693F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FFA5CA9-58B5-41C5-BA70-419FB95AA9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33AC11B-72BE-41B8-80AD-27A047501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80064D6-CF68-4322-AD9F-CC0647376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24763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E0F2E9-1CED-4205-8C93-992CC42C8D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3CD83C7-D6AB-458B-B434-A1FD39752C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078A26C-8C2B-426E-BEB1-A553B8A5B5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DCD5731-050C-4428-9AFC-85FDF98A0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CECD2B1-02E9-4CFD-AC76-CBABD56FC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87582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3CB3B3-A41E-4C2F-BAD1-BD161D2695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DA5DC0A-8BD3-4336-912A-FEDF417A81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D9D3A18-90DA-4D2B-9302-3B2023D520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60A87C2-9CE9-4AC1-A00B-014E39E84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DBAC778-2E53-4FAE-AA96-5E4A5CA99B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7095082-C09F-4B76-A5B6-C8950D2A3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47536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FFAEFD-E2A7-4E25-9716-0414BDDFB8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351D9F9-05A1-4449-8FE4-EE32AC357C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32A0C75-6844-4410-A508-4D38BD5D83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782ABB-4F75-4204-B045-50321B256B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17CD1A5-28AD-445F-85E9-D4441BA097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6586B81-0E41-4F8D-8A28-1B995AF3BE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2026-06-30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BCF1CB0-A29A-476B-9393-E10C146E2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C364A28-97BD-479A-A473-8E1E0611B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5945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8383EE-B2F9-44FE-BD95-2CE07C213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8C69EA6-4BE0-4CBA-A218-6067C8CC4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2026-06-30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6CF8865-198B-4014-A2E5-4C934761F7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59D688-28A4-4068-A649-2DEEC5E4C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43822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C6114E9-1385-49AF-B2B4-43260AA42F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2026-06-30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83FFCD5-CA95-4001-822C-BA9CA88EA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F02F15-D115-4AE4-A8DC-B7B60E8BD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77726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44FE5D-B349-4678-8D8A-A756E80F0A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84E668-7C2B-45DC-AC4A-BBFB1C6346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199DD54-279D-4674-B111-4C91220937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C009F9-6B75-4ACD-BA08-1B1974E6B5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192D937-C444-45AD-A790-E3930F5B6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A6128F3-F2D7-45AD-A4FD-A189273DB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42506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740068-8411-4E2B-BD0B-3CF185E07F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1B4F1F9-6DBF-4AD8-8BBE-A6456B3205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F14F66B-91FE-4CFF-84EE-2CA827C65F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471EEEB-A739-468B-85C3-752C2F7FB9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3614A9A-51AC-46B8-8384-5BAEDF7AD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2D7A4DD-B584-4ABC-8ABD-886B68D3F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74814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3C6454-0760-49DC-835B-FD3318E7F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4A74050-6A71-4392-BC24-C6A7772B6F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22D7F76-2FEC-4786-8286-5D77D626BC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1D7BE12-D49B-426B-B447-18D52BD458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2EC3E7-B36C-4E80-95DB-3AA733ED8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20797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02D763F-ADF9-44F6-918B-3F192C6CAF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98F89BF-2A9C-42B3-927B-BFB4009BA0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4037839-0DF1-4BF4-B1E1-51DA75E34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AD42100-28C1-40F6-9E64-ECB9DF75A4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A02DFA-B87F-4ADF-BE55-CDB44A4C4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43435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4F1DA14-C3F0-4935-AAFC-DADF1B2D5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C26A1F7-95DE-4B18-8BE8-0A7202903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3107153-82F4-48E2-ACD7-AFA8DC80470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B323CC-91F9-4676-9123-0A1E04F7520C}" type="datetimeFigureOut">
              <a:rPr lang="ko-KR" altLang="en-US" smtClean="0"/>
              <a:t>2026-06-30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E38108A-1D9A-45C5-AC9A-2F9C14B04C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4CC4B50-C41B-437B-B0F1-82A876D6F0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9763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그룹 24">
            <a:extLst>
              <a:ext uri="{FF2B5EF4-FFF2-40B4-BE49-F238E27FC236}">
                <a16:creationId xmlns:a16="http://schemas.microsoft.com/office/drawing/2014/main" id="{22CBA32E-67CD-42E1-82A2-2206B4E0C985}"/>
              </a:ext>
            </a:extLst>
          </p:cNvPr>
          <p:cNvGrpSpPr/>
          <p:nvPr/>
        </p:nvGrpSpPr>
        <p:grpSpPr>
          <a:xfrm>
            <a:off x="2228035" y="1330150"/>
            <a:ext cx="7073390" cy="3487178"/>
            <a:chOff x="2217760" y="1360972"/>
            <a:chExt cx="7073390" cy="3487178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F31154E-F1E8-4B95-83EA-B7CFEB2779EB}"/>
                </a:ext>
              </a:extLst>
            </p:cNvPr>
            <p:cNvSpPr txBox="1"/>
            <p:nvPr/>
          </p:nvSpPr>
          <p:spPr>
            <a:xfrm>
              <a:off x="2217760" y="3832487"/>
              <a:ext cx="129746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6000" dirty="0"/>
                <a:t>🤔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D4C4DF8-7536-42C8-B896-CD88FDBD0B68}"/>
                </a:ext>
              </a:extLst>
            </p:cNvPr>
            <p:cNvSpPr txBox="1"/>
            <p:nvPr/>
          </p:nvSpPr>
          <p:spPr>
            <a:xfrm>
              <a:off x="3020602" y="1360972"/>
              <a:ext cx="5335902" cy="1938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6000" dirty="0"/>
                <a:t>  ❄️</a:t>
              </a:r>
              <a:endParaRPr lang="en-US" altLang="ko-KR" sz="6000" dirty="0"/>
            </a:p>
            <a:p>
              <a:r>
                <a:rPr lang="ko-KR" altLang="en-US" sz="6000" dirty="0"/>
                <a:t>☀️💨  →  🔥</a:t>
              </a:r>
            </a:p>
          </p:txBody>
        </p:sp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D95F5D9E-F3AF-4E3B-B3AC-4BA1C83E79FD}"/>
                </a:ext>
              </a:extLst>
            </p:cNvPr>
            <p:cNvGrpSpPr/>
            <p:nvPr/>
          </p:nvGrpSpPr>
          <p:grpSpPr>
            <a:xfrm>
              <a:off x="3479342" y="4077920"/>
              <a:ext cx="5229891" cy="573781"/>
              <a:chOff x="1722845" y="2529015"/>
              <a:chExt cx="5229891" cy="1375719"/>
            </a:xfrm>
          </p:grpSpPr>
          <p:sp>
            <p:nvSpPr>
              <p:cNvPr id="17" name="사각형: 둥근 모서리 16">
                <a:extLst>
                  <a:ext uri="{FF2B5EF4-FFF2-40B4-BE49-F238E27FC236}">
                    <a16:creationId xmlns:a16="http://schemas.microsoft.com/office/drawing/2014/main" id="{D7BD10F1-0F77-4ACB-90DF-B0798736A9F5}"/>
                  </a:ext>
                </a:extLst>
              </p:cNvPr>
              <p:cNvSpPr/>
              <p:nvPr/>
            </p:nvSpPr>
            <p:spPr>
              <a:xfrm>
                <a:off x="2113005" y="2529015"/>
                <a:ext cx="4839731" cy="137571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이렇게 추운데 가스가 왜 안 나가지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?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이등변 삼각형 17">
                <a:extLst>
                  <a:ext uri="{FF2B5EF4-FFF2-40B4-BE49-F238E27FC236}">
                    <a16:creationId xmlns:a16="http://schemas.microsoft.com/office/drawing/2014/main" id="{EA699DE3-0313-4E14-BA91-5A74A19C1A36}"/>
                  </a:ext>
                </a:extLst>
              </p:cNvPr>
              <p:cNvSpPr/>
              <p:nvPr/>
            </p:nvSpPr>
            <p:spPr>
              <a:xfrm rot="16200000">
                <a:off x="1605262" y="2964957"/>
                <a:ext cx="625327" cy="390162"/>
              </a:xfrm>
              <a:prstGeom prst="triangl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9" name="직사각형 18">
                <a:extLst>
                  <a:ext uri="{FF2B5EF4-FFF2-40B4-BE49-F238E27FC236}">
                    <a16:creationId xmlns:a16="http://schemas.microsoft.com/office/drawing/2014/main" id="{79E0459B-49AA-4EC0-A982-F27284A67B5D}"/>
                  </a:ext>
                </a:extLst>
              </p:cNvPr>
              <p:cNvSpPr/>
              <p:nvPr/>
            </p:nvSpPr>
            <p:spPr>
              <a:xfrm>
                <a:off x="2113005" y="2864255"/>
                <a:ext cx="86498" cy="58779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D4F00DC-C253-41FB-B9CC-3CA633CDB6FB}"/>
                </a:ext>
              </a:extLst>
            </p:cNvPr>
            <p:cNvSpPr txBox="1"/>
            <p:nvPr/>
          </p:nvSpPr>
          <p:spPr>
            <a:xfrm>
              <a:off x="3287583" y="3406445"/>
              <a:ext cx="60035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춥지만 신재생활발                                 </a:t>
              </a:r>
              <a:r>
                <a:rPr lang="ko-KR" altLang="en-US" dirty="0"/>
                <a:t>가스 수요 </a:t>
              </a:r>
              <a:r>
                <a:rPr lang="en-US" altLang="ko-KR" dirty="0"/>
                <a:t>?</a:t>
              </a:r>
              <a:endParaRPr lang="ko-KR" altLang="en-US" dirty="0"/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487038E7-542B-41BF-AE6D-4EF9A980C2AC}"/>
              </a:ext>
            </a:extLst>
          </p:cNvPr>
          <p:cNvSpPr txBox="1"/>
          <p:nvPr/>
        </p:nvSpPr>
        <p:spPr>
          <a:xfrm>
            <a:off x="4672173" y="380413"/>
            <a:ext cx="609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/>
              <a:t>❄️✨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50041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>
            <a:extLst>
              <a:ext uri="{FF2B5EF4-FFF2-40B4-BE49-F238E27FC236}">
                <a16:creationId xmlns:a16="http://schemas.microsoft.com/office/drawing/2014/main" id="{578F7354-C0C1-41AF-8F4F-997AE312BC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11072" y="-2061577"/>
            <a:ext cx="5071505" cy="2681750"/>
          </a:xfrm>
          <a:prstGeom prst="rect">
            <a:avLst/>
          </a:prstGeom>
        </p:spPr>
      </p:pic>
      <p:grpSp>
        <p:nvGrpSpPr>
          <p:cNvPr id="29" name="그룹 28">
            <a:extLst>
              <a:ext uri="{FF2B5EF4-FFF2-40B4-BE49-F238E27FC236}">
                <a16:creationId xmlns:a16="http://schemas.microsoft.com/office/drawing/2014/main" id="{776BB67E-61D5-4DA7-8710-313C33717652}"/>
              </a:ext>
            </a:extLst>
          </p:cNvPr>
          <p:cNvGrpSpPr/>
          <p:nvPr/>
        </p:nvGrpSpPr>
        <p:grpSpPr>
          <a:xfrm>
            <a:off x="-2747319" y="2528193"/>
            <a:ext cx="7480280" cy="2748717"/>
            <a:chOff x="1824681" y="2202728"/>
            <a:chExt cx="7480280" cy="2748717"/>
          </a:xfrm>
        </p:grpSpPr>
        <p:grpSp>
          <p:nvGrpSpPr>
            <p:cNvPr id="30" name="그룹 29">
              <a:extLst>
                <a:ext uri="{FF2B5EF4-FFF2-40B4-BE49-F238E27FC236}">
                  <a16:creationId xmlns:a16="http://schemas.microsoft.com/office/drawing/2014/main" id="{819582E3-589A-4E2F-9B7B-3A6D0238A0AE}"/>
                </a:ext>
              </a:extLst>
            </p:cNvPr>
            <p:cNvGrpSpPr/>
            <p:nvPr/>
          </p:nvGrpSpPr>
          <p:grpSpPr>
            <a:xfrm>
              <a:off x="3107470" y="4156722"/>
              <a:ext cx="5229891" cy="573781"/>
              <a:chOff x="1722845" y="2529015"/>
              <a:chExt cx="5229891" cy="1375719"/>
            </a:xfrm>
          </p:grpSpPr>
          <p:sp>
            <p:nvSpPr>
              <p:cNvPr id="34" name="사각형: 둥근 모서리 33">
                <a:extLst>
                  <a:ext uri="{FF2B5EF4-FFF2-40B4-BE49-F238E27FC236}">
                    <a16:creationId xmlns:a16="http://schemas.microsoft.com/office/drawing/2014/main" id="{EB736A9A-A4E1-40C7-8D91-B185915B2C11}"/>
                  </a:ext>
                </a:extLst>
              </p:cNvPr>
              <p:cNvSpPr/>
              <p:nvPr/>
            </p:nvSpPr>
            <p:spPr>
              <a:xfrm>
                <a:off x="2113005" y="2529015"/>
                <a:ext cx="4839731" cy="137571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추운 날이니 가스물량이 많겠구만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!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5" name="이등변 삼각형 34">
                <a:extLst>
                  <a:ext uri="{FF2B5EF4-FFF2-40B4-BE49-F238E27FC236}">
                    <a16:creationId xmlns:a16="http://schemas.microsoft.com/office/drawing/2014/main" id="{976A0F92-E555-4296-8475-33EC95AB87B8}"/>
                  </a:ext>
                </a:extLst>
              </p:cNvPr>
              <p:cNvSpPr/>
              <p:nvPr/>
            </p:nvSpPr>
            <p:spPr>
              <a:xfrm rot="16200000">
                <a:off x="1605262" y="2964957"/>
                <a:ext cx="625327" cy="390162"/>
              </a:xfrm>
              <a:prstGeom prst="triangl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6" name="직사각형 35">
                <a:extLst>
                  <a:ext uri="{FF2B5EF4-FFF2-40B4-BE49-F238E27FC236}">
                    <a16:creationId xmlns:a16="http://schemas.microsoft.com/office/drawing/2014/main" id="{835FDEFA-3E89-4628-8DF8-B64DF4491DE6}"/>
                  </a:ext>
                </a:extLst>
              </p:cNvPr>
              <p:cNvSpPr/>
              <p:nvPr/>
            </p:nvSpPr>
            <p:spPr>
              <a:xfrm>
                <a:off x="2113005" y="2864255"/>
                <a:ext cx="86498" cy="58779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B58A21B-AC5B-4F08-B674-238B7C9DD379}"/>
                </a:ext>
              </a:extLst>
            </p:cNvPr>
            <p:cNvSpPr txBox="1"/>
            <p:nvPr/>
          </p:nvSpPr>
          <p:spPr>
            <a:xfrm>
              <a:off x="1824681" y="3935782"/>
              <a:ext cx="1169773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6000" dirty="0"/>
                <a:t>😎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2E8D2FF-2240-4947-9D81-C3E39A1E20B7}"/>
                </a:ext>
              </a:extLst>
            </p:cNvPr>
            <p:cNvSpPr txBox="1"/>
            <p:nvPr/>
          </p:nvSpPr>
          <p:spPr>
            <a:xfrm>
              <a:off x="2913002" y="2202728"/>
              <a:ext cx="3970685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6000" dirty="0"/>
                <a:t>❄️  → 🔥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57D6FE3-F11B-41F3-BBE3-277089248B55}"/>
                </a:ext>
              </a:extLst>
            </p:cNvPr>
            <p:cNvSpPr txBox="1"/>
            <p:nvPr/>
          </p:nvSpPr>
          <p:spPr>
            <a:xfrm>
              <a:off x="3207249" y="3304030"/>
              <a:ext cx="609771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dirty="0"/>
                <a:t>추움                       가스 수요↑</a:t>
              </a:r>
            </a:p>
          </p:txBody>
        </p:sp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C67C7A20-C263-4DF2-AB71-A61C1EF50296}"/>
              </a:ext>
            </a:extLst>
          </p:cNvPr>
          <p:cNvGrpSpPr/>
          <p:nvPr/>
        </p:nvGrpSpPr>
        <p:grpSpPr>
          <a:xfrm>
            <a:off x="4360433" y="1685411"/>
            <a:ext cx="7073390" cy="3487178"/>
            <a:chOff x="2217760" y="1360972"/>
            <a:chExt cx="7073390" cy="3487178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E0A8A36-973E-4262-8F3E-75564673302F}"/>
                </a:ext>
              </a:extLst>
            </p:cNvPr>
            <p:cNvSpPr txBox="1"/>
            <p:nvPr/>
          </p:nvSpPr>
          <p:spPr>
            <a:xfrm>
              <a:off x="2217760" y="3832487"/>
              <a:ext cx="129746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6000" dirty="0"/>
                <a:t>🤔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DEFC6CF-0B1C-4DCA-8299-5AE854525CEB}"/>
                </a:ext>
              </a:extLst>
            </p:cNvPr>
            <p:cNvSpPr txBox="1"/>
            <p:nvPr/>
          </p:nvSpPr>
          <p:spPr>
            <a:xfrm>
              <a:off x="3020602" y="1360972"/>
              <a:ext cx="5335902" cy="1938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6000" dirty="0"/>
                <a:t>  ❄️</a:t>
              </a:r>
              <a:endParaRPr lang="en-US" altLang="ko-KR" sz="6000" dirty="0"/>
            </a:p>
            <a:p>
              <a:r>
                <a:rPr lang="ko-KR" altLang="en-US" sz="6000" dirty="0"/>
                <a:t>☀️💨  →  🔥</a:t>
              </a:r>
            </a:p>
          </p:txBody>
        </p:sp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342A780B-2970-4AF4-B59A-AD55BF7B36FC}"/>
                </a:ext>
              </a:extLst>
            </p:cNvPr>
            <p:cNvGrpSpPr/>
            <p:nvPr/>
          </p:nvGrpSpPr>
          <p:grpSpPr>
            <a:xfrm>
              <a:off x="3479342" y="4077920"/>
              <a:ext cx="5229891" cy="573781"/>
              <a:chOff x="1722845" y="2529015"/>
              <a:chExt cx="5229891" cy="1375719"/>
            </a:xfrm>
          </p:grpSpPr>
          <p:sp>
            <p:nvSpPr>
              <p:cNvPr id="42" name="사각형: 둥근 모서리 41">
                <a:extLst>
                  <a:ext uri="{FF2B5EF4-FFF2-40B4-BE49-F238E27FC236}">
                    <a16:creationId xmlns:a16="http://schemas.microsoft.com/office/drawing/2014/main" id="{25D5C4BE-17AD-4F98-AA38-332BEA43A863}"/>
                  </a:ext>
                </a:extLst>
              </p:cNvPr>
              <p:cNvSpPr/>
              <p:nvPr/>
            </p:nvSpPr>
            <p:spPr>
              <a:xfrm>
                <a:off x="2113005" y="2529015"/>
                <a:ext cx="4839731" cy="137571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이렇게 추운데 가스가 왜 안 나가지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?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3" name="이등변 삼각형 42">
                <a:extLst>
                  <a:ext uri="{FF2B5EF4-FFF2-40B4-BE49-F238E27FC236}">
                    <a16:creationId xmlns:a16="http://schemas.microsoft.com/office/drawing/2014/main" id="{5C3F5759-81ED-4109-BC31-2F9F9D4E1758}"/>
                  </a:ext>
                </a:extLst>
              </p:cNvPr>
              <p:cNvSpPr/>
              <p:nvPr/>
            </p:nvSpPr>
            <p:spPr>
              <a:xfrm rot="16200000">
                <a:off x="1605262" y="2964957"/>
                <a:ext cx="625327" cy="390162"/>
              </a:xfrm>
              <a:prstGeom prst="triangl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4" name="직사각형 43">
                <a:extLst>
                  <a:ext uri="{FF2B5EF4-FFF2-40B4-BE49-F238E27FC236}">
                    <a16:creationId xmlns:a16="http://schemas.microsoft.com/office/drawing/2014/main" id="{1D744BA1-7555-485B-B033-717B5EC2DB8C}"/>
                  </a:ext>
                </a:extLst>
              </p:cNvPr>
              <p:cNvSpPr/>
              <p:nvPr/>
            </p:nvSpPr>
            <p:spPr>
              <a:xfrm>
                <a:off x="2113005" y="2864255"/>
                <a:ext cx="86498" cy="58779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2A256B3-C116-4B33-B560-7DC9CC492409}"/>
                </a:ext>
              </a:extLst>
            </p:cNvPr>
            <p:cNvSpPr txBox="1"/>
            <p:nvPr/>
          </p:nvSpPr>
          <p:spPr>
            <a:xfrm>
              <a:off x="3287583" y="3406445"/>
              <a:ext cx="60035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춥지만 신재생활발                                 </a:t>
              </a:r>
              <a:r>
                <a:rPr lang="ko-KR" altLang="en-US" dirty="0"/>
                <a:t>가스 수요 </a:t>
              </a:r>
              <a:r>
                <a:rPr lang="en-US" altLang="ko-KR" dirty="0"/>
                <a:t>?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6870659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79CCF6-CE67-4729-A1B2-D92143CA9272}"/>
              </a:ext>
            </a:extLst>
          </p:cNvPr>
          <p:cNvSpPr txBox="1"/>
          <p:nvPr/>
        </p:nvSpPr>
        <p:spPr>
          <a:xfrm>
            <a:off x="7450796" y="1025830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현재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ECD9B2-E465-4828-B325-EC93E83AF3EC}"/>
              </a:ext>
            </a:extLst>
          </p:cNvPr>
          <p:cNvSpPr txBox="1"/>
          <p:nvPr/>
        </p:nvSpPr>
        <p:spPr>
          <a:xfrm>
            <a:off x="3115521" y="841164"/>
            <a:ext cx="6498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과거 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5B3ADFED-2A72-46B2-B809-4887212DE222}"/>
              </a:ext>
            </a:extLst>
          </p:cNvPr>
          <p:cNvGrpSpPr/>
          <p:nvPr/>
        </p:nvGrpSpPr>
        <p:grpSpPr>
          <a:xfrm>
            <a:off x="293681" y="3548101"/>
            <a:ext cx="7480280" cy="2748717"/>
            <a:chOff x="1824681" y="2202728"/>
            <a:chExt cx="7480280" cy="2748717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C0804019-EB68-46FD-A3A9-30DDFC27A668}"/>
                </a:ext>
              </a:extLst>
            </p:cNvPr>
            <p:cNvGrpSpPr/>
            <p:nvPr/>
          </p:nvGrpSpPr>
          <p:grpSpPr>
            <a:xfrm>
              <a:off x="3107470" y="4156722"/>
              <a:ext cx="5229891" cy="573781"/>
              <a:chOff x="1722845" y="2529015"/>
              <a:chExt cx="5229891" cy="1375719"/>
            </a:xfrm>
          </p:grpSpPr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713DCFEC-B436-49E2-ABAD-995B9B9E7BFE}"/>
                  </a:ext>
                </a:extLst>
              </p:cNvPr>
              <p:cNvSpPr/>
              <p:nvPr/>
            </p:nvSpPr>
            <p:spPr>
              <a:xfrm>
                <a:off x="2113005" y="2529015"/>
                <a:ext cx="4839731" cy="137571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추운 날이니 가스물량이 많겠구만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!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" name="이등변 삼각형 14">
                <a:extLst>
                  <a:ext uri="{FF2B5EF4-FFF2-40B4-BE49-F238E27FC236}">
                    <a16:creationId xmlns:a16="http://schemas.microsoft.com/office/drawing/2014/main" id="{FAD4D753-B694-48A0-820C-49EF2D986665}"/>
                  </a:ext>
                </a:extLst>
              </p:cNvPr>
              <p:cNvSpPr/>
              <p:nvPr/>
            </p:nvSpPr>
            <p:spPr>
              <a:xfrm rot="16200000">
                <a:off x="1605262" y="2964957"/>
                <a:ext cx="625327" cy="390162"/>
              </a:xfrm>
              <a:prstGeom prst="triangl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6" name="직사각형 15">
                <a:extLst>
                  <a:ext uri="{FF2B5EF4-FFF2-40B4-BE49-F238E27FC236}">
                    <a16:creationId xmlns:a16="http://schemas.microsoft.com/office/drawing/2014/main" id="{E12B5555-3FD6-4D34-B6B4-2CB7804C414D}"/>
                  </a:ext>
                </a:extLst>
              </p:cNvPr>
              <p:cNvSpPr/>
              <p:nvPr/>
            </p:nvSpPr>
            <p:spPr>
              <a:xfrm>
                <a:off x="2113005" y="2864255"/>
                <a:ext cx="86498" cy="58779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8E97580-FF62-4E29-BA2D-EFBC99581FC8}"/>
                </a:ext>
              </a:extLst>
            </p:cNvPr>
            <p:cNvSpPr txBox="1"/>
            <p:nvPr/>
          </p:nvSpPr>
          <p:spPr>
            <a:xfrm>
              <a:off x="1824681" y="3935782"/>
              <a:ext cx="1169773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6000" dirty="0"/>
                <a:t>😎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AF92A11-6A06-4183-B40B-0F4D5663211A}"/>
                </a:ext>
              </a:extLst>
            </p:cNvPr>
            <p:cNvSpPr txBox="1"/>
            <p:nvPr/>
          </p:nvSpPr>
          <p:spPr>
            <a:xfrm>
              <a:off x="2913002" y="2202728"/>
              <a:ext cx="3970685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6000" dirty="0"/>
                <a:t>❄️  → 🔥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FBED0BD-2EFF-4488-8219-070025F8FAAE}"/>
                </a:ext>
              </a:extLst>
            </p:cNvPr>
            <p:cNvSpPr txBox="1"/>
            <p:nvPr/>
          </p:nvSpPr>
          <p:spPr>
            <a:xfrm>
              <a:off x="3207249" y="3304030"/>
              <a:ext cx="609771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dirty="0"/>
                <a:t>추움                       가스 수요↑</a:t>
              </a:r>
            </a:p>
          </p:txBody>
        </p:sp>
      </p:grpSp>
      <p:pic>
        <p:nvPicPr>
          <p:cNvPr id="27" name="그림 26">
            <a:extLst>
              <a:ext uri="{FF2B5EF4-FFF2-40B4-BE49-F238E27FC236}">
                <a16:creationId xmlns:a16="http://schemas.microsoft.com/office/drawing/2014/main" id="{A20ABF6A-03A3-43A0-9803-45C4D47AD6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7752" y="1514861"/>
            <a:ext cx="4664248" cy="2597225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745B34A0-4900-4278-8B02-3D58D5E25F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3769" y="2334016"/>
            <a:ext cx="4464461" cy="2189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8826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AFE382E-9B61-450A-8AA3-16C9D6FCE0CA}"/>
              </a:ext>
            </a:extLst>
          </p:cNvPr>
          <p:cNvSpPr txBox="1"/>
          <p:nvPr/>
        </p:nvSpPr>
        <p:spPr>
          <a:xfrm>
            <a:off x="7028762" y="2617358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현재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8A84B7-C121-4426-B932-761EB554F148}"/>
              </a:ext>
            </a:extLst>
          </p:cNvPr>
          <p:cNvSpPr txBox="1"/>
          <p:nvPr/>
        </p:nvSpPr>
        <p:spPr>
          <a:xfrm>
            <a:off x="1894066" y="2613744"/>
            <a:ext cx="6498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과거 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0CE421A-AECD-4EE8-B6DF-48FD8B0E3B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2996" y="3021743"/>
            <a:ext cx="4664248" cy="259722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1644BFF-7B6D-4B31-BF53-EF01F6A7E5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676" y="3429000"/>
            <a:ext cx="4464461" cy="2189968"/>
          </a:xfrm>
          <a:prstGeom prst="rect">
            <a:avLst/>
          </a:prstGeom>
        </p:spPr>
      </p:pic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EE8620D3-7CC5-447B-99E0-0B01F31784F0}"/>
              </a:ext>
            </a:extLst>
          </p:cNvPr>
          <p:cNvCxnSpPr/>
          <p:nvPr/>
        </p:nvCxnSpPr>
        <p:spPr>
          <a:xfrm>
            <a:off x="4947138" y="2613744"/>
            <a:ext cx="0" cy="2896102"/>
          </a:xfrm>
          <a:prstGeom prst="line">
            <a:avLst/>
          </a:prstGeom>
          <a:ln w="19050">
            <a:solidFill>
              <a:schemeClr val="bg2">
                <a:lumMod val="90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32634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A7531AA-BFF4-4400-856D-5341F5AC9F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691" y="1325834"/>
            <a:ext cx="10058617" cy="4206331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69CFC5B0-E067-4F41-9F48-3D2B9FA44057}"/>
              </a:ext>
            </a:extLst>
          </p:cNvPr>
          <p:cNvSpPr/>
          <p:nvPr/>
        </p:nvSpPr>
        <p:spPr>
          <a:xfrm>
            <a:off x="3018328" y="1666959"/>
            <a:ext cx="1173345" cy="3358195"/>
          </a:xfrm>
          <a:prstGeom prst="rect">
            <a:avLst/>
          </a:prstGeom>
          <a:solidFill>
            <a:schemeClr val="accent1">
              <a:lumMod val="40000"/>
              <a:lumOff val="60000"/>
              <a:alpha val="2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r>
              <a:rPr lang="en-US" altLang="ko-KR" sz="4000" dirty="0">
                <a:solidFill>
                  <a:schemeClr val="tx1"/>
                </a:solidFill>
              </a:rPr>
              <a:t>A</a:t>
            </a:r>
          </a:p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endParaRPr lang="ko-KR" altLang="en-US" sz="4000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173961A-32BA-40DC-ABFE-04E760CB4B65}"/>
              </a:ext>
            </a:extLst>
          </p:cNvPr>
          <p:cNvSpPr/>
          <p:nvPr/>
        </p:nvSpPr>
        <p:spPr>
          <a:xfrm>
            <a:off x="8375774" y="1666959"/>
            <a:ext cx="1173345" cy="3358195"/>
          </a:xfrm>
          <a:prstGeom prst="rect">
            <a:avLst/>
          </a:prstGeom>
          <a:solidFill>
            <a:schemeClr val="tx1">
              <a:lumMod val="50000"/>
              <a:lumOff val="50000"/>
              <a:alpha val="2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r>
              <a:rPr lang="en-US" altLang="ko-KR" sz="4000" dirty="0">
                <a:solidFill>
                  <a:schemeClr val="tx1"/>
                </a:solidFill>
              </a:rPr>
              <a:t>B</a:t>
            </a:r>
          </a:p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endParaRPr lang="ko-KR" altLang="en-US" sz="4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93882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36BD3E7-FFFD-4106-9E12-307FA371A1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942623" y="-641106"/>
            <a:ext cx="7162014" cy="6858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64B5439-DBFE-4C7F-A5BC-006B8556FC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9462" y="0"/>
            <a:ext cx="849307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41390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AFA88517-EC79-49AC-85E7-F62ACF5148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7" y="-2836190"/>
            <a:ext cx="12183653" cy="68580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4D17B09A-DBE4-43D6-8529-E0FBF981A50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" b="23749"/>
          <a:stretch/>
        </p:blipFill>
        <p:spPr>
          <a:xfrm>
            <a:off x="39343" y="3994689"/>
            <a:ext cx="12192000" cy="3041542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8399801-D94B-470D-83FD-017BF8D7E05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6684" t="80589" r="40556" b="3869"/>
          <a:stretch/>
        </p:blipFill>
        <p:spPr>
          <a:xfrm>
            <a:off x="39343" y="-1675238"/>
            <a:ext cx="5592305" cy="66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8968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9D31550A-E1B0-4114-987B-21C6F27BC39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257" t="12839" r="48562" b="44212"/>
          <a:stretch/>
        </p:blipFill>
        <p:spPr>
          <a:xfrm>
            <a:off x="275129" y="1545579"/>
            <a:ext cx="5996198" cy="217675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46E4927-F08F-4A00-AFCD-8317F6537BC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0818" t="25930" r="1438" b="43096"/>
          <a:stretch/>
        </p:blipFill>
        <p:spPr>
          <a:xfrm>
            <a:off x="6271326" y="2419517"/>
            <a:ext cx="5820871" cy="156985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A7ECD988-8F9D-4E7B-BD0E-BA8C519D42C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0886" t="14436" r="1370" b="73749"/>
          <a:stretch/>
        </p:blipFill>
        <p:spPr>
          <a:xfrm>
            <a:off x="6271326" y="1480841"/>
            <a:ext cx="5820871" cy="59881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1BC860AB-A048-42A3-AD86-9E11EBF2562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67762"/>
          <a:stretch/>
        </p:blipFill>
        <p:spPr>
          <a:xfrm>
            <a:off x="0" y="3678509"/>
            <a:ext cx="12192000" cy="1633912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5763405-3785-4209-8559-C1EB988DF39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4595" b="46288"/>
          <a:stretch/>
        </p:blipFill>
        <p:spPr>
          <a:xfrm>
            <a:off x="0" y="1634591"/>
            <a:ext cx="12192000" cy="1982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28234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>
            <a:extLst>
              <a:ext uri="{FF2B5EF4-FFF2-40B4-BE49-F238E27FC236}">
                <a16:creationId xmlns:a16="http://schemas.microsoft.com/office/drawing/2014/main" id="{5EEB83E3-3A5F-4B45-BCE1-6DCF0930A06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63594"/>
          <a:stretch/>
        </p:blipFill>
        <p:spPr>
          <a:xfrm>
            <a:off x="164123" y="3212123"/>
            <a:ext cx="11430000" cy="1476634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F666FC63-9D12-44AC-B0AE-644A01A8924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50858"/>
          <a:stretch/>
        </p:blipFill>
        <p:spPr>
          <a:xfrm>
            <a:off x="164123" y="1218904"/>
            <a:ext cx="11430000" cy="1993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81236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012420E-D935-4C6F-BF50-348D71FCFB5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0342"/>
          <a:stretch/>
        </p:blipFill>
        <p:spPr>
          <a:xfrm>
            <a:off x="331826" y="1395046"/>
            <a:ext cx="11528347" cy="5462954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8671236-F346-4E0E-BC9E-CED39011377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2847" b="91966"/>
          <a:stretch/>
        </p:blipFill>
        <p:spPr>
          <a:xfrm>
            <a:off x="6095999" y="1395046"/>
            <a:ext cx="5435927" cy="550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78750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3254979F-112D-4957-AB94-43BDB8610BE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010" b="9381"/>
          <a:stretch/>
        </p:blipFill>
        <p:spPr>
          <a:xfrm>
            <a:off x="1381125" y="3018329"/>
            <a:ext cx="9429750" cy="3196354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F283D57B-BE80-413C-B01C-5BD4F563186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611" t="10521" r="3332" b="82635"/>
          <a:stretch/>
        </p:blipFill>
        <p:spPr>
          <a:xfrm>
            <a:off x="5033246" y="3552401"/>
            <a:ext cx="2362876" cy="46933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89FD2407-09F7-4E82-9CCF-20E00549732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114" r="95940" b="39351"/>
          <a:stretch/>
        </p:blipFill>
        <p:spPr>
          <a:xfrm>
            <a:off x="1389217" y="2362874"/>
            <a:ext cx="382939" cy="2848393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0BD0300-7EF7-460A-96F1-0DF3D52C1DE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9846" b="4751"/>
          <a:stretch/>
        </p:blipFill>
        <p:spPr>
          <a:xfrm>
            <a:off x="1580686" y="6093302"/>
            <a:ext cx="9425233" cy="242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4082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E8FF34F-F514-4194-A34B-0DFFCC9642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908" y="1456927"/>
            <a:ext cx="12192000" cy="2659044"/>
          </a:xfrm>
          <a:prstGeom prst="rect">
            <a:avLst/>
          </a:prstGeom>
        </p:spPr>
      </p:pic>
      <p:sp>
        <p:nvSpPr>
          <p:cNvPr id="6" name="타원 5">
            <a:extLst>
              <a:ext uri="{FF2B5EF4-FFF2-40B4-BE49-F238E27FC236}">
                <a16:creationId xmlns:a16="http://schemas.microsoft.com/office/drawing/2014/main" id="{2C6BFD39-07C7-46FD-B433-FFCBD4157212}"/>
              </a:ext>
            </a:extLst>
          </p:cNvPr>
          <p:cNvSpPr/>
          <p:nvPr/>
        </p:nvSpPr>
        <p:spPr>
          <a:xfrm>
            <a:off x="1742303" y="3132438"/>
            <a:ext cx="556054" cy="593124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0246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B24697B8-3DDA-4A24-984A-0ED6B4D3507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202" t="12912" b="11470"/>
          <a:stretch/>
        </p:blipFill>
        <p:spPr>
          <a:xfrm>
            <a:off x="3293457" y="1658868"/>
            <a:ext cx="7843517" cy="360904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723825D-DE72-4362-96FD-A537EB35A1E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040" b="94011"/>
          <a:stretch/>
        </p:blipFill>
        <p:spPr>
          <a:xfrm>
            <a:off x="4767921" y="1373039"/>
            <a:ext cx="4230422" cy="285829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32E9CD8-6211-4551-8C73-47A12E707B7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6" t="94407"/>
          <a:stretch/>
        </p:blipFill>
        <p:spPr>
          <a:xfrm>
            <a:off x="3576679" y="5348836"/>
            <a:ext cx="8045817" cy="26694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3CC9033F-9A55-476C-99D3-CA4CB58EA8B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202" t="14607" r="746" b="11470"/>
          <a:stretch/>
        </p:blipFill>
        <p:spPr>
          <a:xfrm>
            <a:off x="3293457" y="1739788"/>
            <a:ext cx="7768355" cy="3528128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4E4481B9-05EF-41A6-ADB3-CADA6668F9BC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202" t="14607" b="16726"/>
          <a:stretch/>
        </p:blipFill>
        <p:spPr>
          <a:xfrm>
            <a:off x="3293457" y="1739788"/>
            <a:ext cx="7843518" cy="3277274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397244E6-FE1F-439C-957A-192D62CFE0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29023" y="1307408"/>
            <a:ext cx="8333954" cy="4243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57302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477463EE-4730-43DD-A813-23753CA02CC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6321" b="7691"/>
          <a:stretch/>
        </p:blipFill>
        <p:spPr>
          <a:xfrm>
            <a:off x="1760091" y="65046"/>
            <a:ext cx="8457550" cy="4243184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A91E0C2-3963-4DE4-B829-199A8B261C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0091" y="4621519"/>
            <a:ext cx="8457550" cy="262257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DCA0E96F-A0B9-4CF6-A335-A7CC338C167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86316" r="3948" b="7691"/>
          <a:stretch/>
        </p:blipFill>
        <p:spPr>
          <a:xfrm>
            <a:off x="1760091" y="7244097"/>
            <a:ext cx="8671819" cy="27549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34F3CA15-5EAA-4C33-BFAC-0EBB07EB7A39}"/>
              </a:ext>
            </a:extLst>
          </p:cNvPr>
          <p:cNvSpPr txBox="1"/>
          <p:nvPr/>
        </p:nvSpPr>
        <p:spPr>
          <a:xfrm>
            <a:off x="3112576" y="4017791"/>
            <a:ext cx="5966847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도시가스 판매량의 계절성과 기온과의 상관관계 분석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93755F5-7D68-4B20-83F1-44303FD6FEBF}"/>
              </a:ext>
            </a:extLst>
          </p:cNvPr>
          <p:cNvSpPr txBox="1"/>
          <p:nvPr/>
        </p:nvSpPr>
        <p:spPr>
          <a:xfrm>
            <a:off x="3112576" y="-13847"/>
            <a:ext cx="5718874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발전용 가스의 순 수요 및 기온과의 상관관계 분석</a:t>
            </a:r>
          </a:p>
        </p:txBody>
      </p:sp>
    </p:spTree>
    <p:extLst>
      <p:ext uri="{BB962C8B-B14F-4D97-AF65-F5344CB8AC3E}">
        <p14:creationId xmlns:p14="http://schemas.microsoft.com/office/powerpoint/2010/main" val="11284898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34CB8BB-1126-44C8-97CE-84DD0B89C4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1788" y="1968169"/>
            <a:ext cx="4582022" cy="3109229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302C6D47-C646-4FA3-AD2C-CBDE9CBCE88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950"/>
          <a:stretch/>
        </p:blipFill>
        <p:spPr>
          <a:xfrm>
            <a:off x="-1644607" y="1874385"/>
            <a:ext cx="7740607" cy="3109229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B99236D6-01F5-4D7D-862A-D7D8061019D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614" b="76164"/>
          <a:stretch/>
        </p:blipFill>
        <p:spPr>
          <a:xfrm>
            <a:off x="4665121" y="1812601"/>
            <a:ext cx="1430879" cy="741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84740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그림 25">
            <a:extLst>
              <a:ext uri="{FF2B5EF4-FFF2-40B4-BE49-F238E27FC236}">
                <a16:creationId xmlns:a16="http://schemas.microsoft.com/office/drawing/2014/main" id="{ED8BCE5A-5EEC-4AD3-A914-5F786DE7B96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28" b="8501"/>
          <a:stretch/>
        </p:blipFill>
        <p:spPr>
          <a:xfrm>
            <a:off x="6773174" y="2969610"/>
            <a:ext cx="4384562" cy="303572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19281790-4C1D-4B7A-BF50-BF4D1176B3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6468" y="2988064"/>
            <a:ext cx="5406705" cy="3017270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1CD43CF7-DEF9-40D9-9534-4D0154BDC1B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" b="28054"/>
          <a:stretch/>
        </p:blipFill>
        <p:spPr>
          <a:xfrm>
            <a:off x="1778035" y="3162786"/>
            <a:ext cx="453362" cy="143738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FA4F7029-CF40-4D81-93BA-B7DE32F4850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" b="28054"/>
          <a:stretch/>
        </p:blipFill>
        <p:spPr>
          <a:xfrm>
            <a:off x="7184740" y="3058165"/>
            <a:ext cx="453362" cy="143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92630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608DFCB-6B54-4949-B589-888F32A743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8983" y="900693"/>
            <a:ext cx="8295970" cy="4449712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D94B263E-0FDD-482F-ACD0-4C8C2E6F0A5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30" t="63501" r="54577" b="30116"/>
          <a:stretch/>
        </p:blipFill>
        <p:spPr>
          <a:xfrm>
            <a:off x="3647236" y="3763149"/>
            <a:ext cx="1550775" cy="28403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DCDD34B-71D2-42D2-AB33-AF8E7BB7C3A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 t="63052" r="30115" b="30565"/>
          <a:stretch/>
        </p:blipFill>
        <p:spPr>
          <a:xfrm>
            <a:off x="5612901" y="3755464"/>
            <a:ext cx="1649628" cy="284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18516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13BE5504-0EBB-44E5-8764-44C50732A76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812" b="17579"/>
          <a:stretch/>
        </p:blipFill>
        <p:spPr>
          <a:xfrm>
            <a:off x="5924390" y="1818867"/>
            <a:ext cx="5407989" cy="3667533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7E938BF-1AD2-4352-BA99-B73EB5937BC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30" t="63501" r="54577" b="30116"/>
          <a:stretch/>
        </p:blipFill>
        <p:spPr>
          <a:xfrm>
            <a:off x="7235680" y="4691238"/>
            <a:ext cx="1550775" cy="28403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07E908B-F377-4FAD-A78A-00615725EC3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 t="63052" r="30115" b="30565"/>
          <a:stretch/>
        </p:blipFill>
        <p:spPr>
          <a:xfrm>
            <a:off x="9178293" y="4675869"/>
            <a:ext cx="1649628" cy="284031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0E03842E-E235-42D7-9E3A-8AB4415201A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912" r="22334" b="16130"/>
          <a:stretch/>
        </p:blipFill>
        <p:spPr>
          <a:xfrm>
            <a:off x="314275" y="2087745"/>
            <a:ext cx="5778733" cy="339865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57B0ADB8-3190-464C-BF34-627CF194D69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2334" b="92686"/>
          <a:stretch/>
        </p:blipFill>
        <p:spPr>
          <a:xfrm>
            <a:off x="314275" y="1821370"/>
            <a:ext cx="5778733" cy="345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4888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45E92B8E-FE57-4B9D-B20D-F1841B96844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4983"/>
          <a:stretch/>
        </p:blipFill>
        <p:spPr>
          <a:xfrm>
            <a:off x="984180" y="2143844"/>
            <a:ext cx="10815241" cy="312021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29650CB9-3129-480B-9192-2516391823F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91075"/>
          <a:stretch/>
        </p:blipFill>
        <p:spPr>
          <a:xfrm>
            <a:off x="603855" y="1816289"/>
            <a:ext cx="10815241" cy="32755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DF8BB217-0DC2-49EC-88E6-CEE2538B689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2334" b="16130"/>
          <a:stretch/>
        </p:blipFill>
        <p:spPr>
          <a:xfrm>
            <a:off x="2421157" y="2231832"/>
            <a:ext cx="5444301" cy="3731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99434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6D98C87-CCEE-4C81-8D4A-B48C7E5F26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190" y="801038"/>
            <a:ext cx="11587620" cy="5255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65215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2198BB24-2C39-40F8-AD87-5EFC7F0D78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151" y="1262377"/>
            <a:ext cx="6851337" cy="371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76333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2B146A7A-5E9A-4AC6-AE8D-25090A335E2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9387"/>
          <a:stretch/>
        </p:blipFill>
        <p:spPr>
          <a:xfrm>
            <a:off x="930585" y="1236686"/>
            <a:ext cx="10973751" cy="44645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D17D14DC-BCFE-4AE4-B16D-F6A95DC03DE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653"/>
          <a:stretch/>
        </p:blipFill>
        <p:spPr>
          <a:xfrm>
            <a:off x="930585" y="1633893"/>
            <a:ext cx="10973751" cy="3590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0710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6A97156F-2CAA-43D6-A949-773D37DC7DB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1655"/>
          <a:stretch/>
        </p:blipFill>
        <p:spPr>
          <a:xfrm>
            <a:off x="6145429" y="2237299"/>
            <a:ext cx="5894171" cy="2383399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119A7FD-F5C6-46EF-9695-C31078B62EB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2905"/>
          <a:stretch/>
        </p:blipFill>
        <p:spPr>
          <a:xfrm>
            <a:off x="152400" y="2237299"/>
            <a:ext cx="5741773" cy="2383399"/>
          </a:xfrm>
          <a:prstGeom prst="rect">
            <a:avLst/>
          </a:prstGeom>
        </p:spPr>
      </p:pic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7336852B-D0FC-44CB-9D16-7B170DE6F8A3}"/>
              </a:ext>
            </a:extLst>
          </p:cNvPr>
          <p:cNvCxnSpPr>
            <a:cxnSpLocks/>
          </p:cNvCxnSpPr>
          <p:nvPr/>
        </p:nvCxnSpPr>
        <p:spPr>
          <a:xfrm>
            <a:off x="6042453" y="2237299"/>
            <a:ext cx="0" cy="2235844"/>
          </a:xfrm>
          <a:prstGeom prst="line">
            <a:avLst/>
          </a:prstGeom>
          <a:ln w="38100">
            <a:solidFill>
              <a:srgbClr val="B0A8B8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35671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960E73FB-43F0-4571-B413-C1712D36B83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5904"/>
          <a:stretch/>
        </p:blipFill>
        <p:spPr>
          <a:xfrm>
            <a:off x="2682520" y="1521622"/>
            <a:ext cx="6826955" cy="89740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B32B2B84-2ED2-4807-86B1-207E5CD03F5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552" t="70514" r="2233" b="12774"/>
          <a:stretch/>
        </p:blipFill>
        <p:spPr>
          <a:xfrm>
            <a:off x="7176886" y="2975306"/>
            <a:ext cx="1994491" cy="62240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4AB3D15-3842-4062-AB4D-581DFC53BB5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668" b="25807"/>
          <a:stretch/>
        </p:blipFill>
        <p:spPr>
          <a:xfrm>
            <a:off x="2682521" y="1970325"/>
            <a:ext cx="6826955" cy="195621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73BEA8D-3D86-470C-95BF-F4047697053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29" t="86241" b="2010"/>
          <a:stretch/>
        </p:blipFill>
        <p:spPr>
          <a:xfrm>
            <a:off x="3135086" y="3827057"/>
            <a:ext cx="6374389" cy="437584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F0EA5CB3-76FA-4E71-9805-BAC976BADA0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552" t="70514" r="2233" b="12774"/>
          <a:stretch/>
        </p:blipFill>
        <p:spPr>
          <a:xfrm>
            <a:off x="7329286" y="3127706"/>
            <a:ext cx="1994491" cy="622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09806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8A529539-AD47-482C-BBE0-C7814CCAE44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835" t="4633" r="2251" b="4860"/>
          <a:stretch/>
        </p:blipFill>
        <p:spPr>
          <a:xfrm>
            <a:off x="333632" y="1223319"/>
            <a:ext cx="9477633" cy="3595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47940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816</TotalTime>
  <Words>85</Words>
  <Application>Microsoft Office PowerPoint</Application>
  <PresentationFormat>와이드스크린</PresentationFormat>
  <Paragraphs>33</Paragraphs>
  <Slides>25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28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범준 김</dc:creator>
  <cp:lastModifiedBy>범준 김</cp:lastModifiedBy>
  <cp:revision>37</cp:revision>
  <dcterms:created xsi:type="dcterms:W3CDTF">2026-06-16T10:19:05Z</dcterms:created>
  <dcterms:modified xsi:type="dcterms:W3CDTF">2026-06-30T06:58:15Z</dcterms:modified>
</cp:coreProperties>
</file>