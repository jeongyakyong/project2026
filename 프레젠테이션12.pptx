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>
        <p:scale>
          <a:sx n="75" d="100"/>
          <a:sy n="75" d="100"/>
        </p:scale>
        <p:origin x="84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71</Words>
  <Application>Microsoft Office PowerPoint</Application>
  <PresentationFormat>와이드스크린</PresentationFormat>
  <Paragraphs>31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22</cp:revision>
  <dcterms:created xsi:type="dcterms:W3CDTF">2026-06-16T10:19:05Z</dcterms:created>
  <dcterms:modified xsi:type="dcterms:W3CDTF">2026-06-22T08:05:21Z</dcterms:modified>
</cp:coreProperties>
</file>