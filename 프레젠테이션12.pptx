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  <p:sldId id="265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DF4"/>
    <a:srgbClr val="FE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57" autoAdjust="0"/>
    <p:restoredTop sz="94660"/>
  </p:normalViewPr>
  <p:slideViewPr>
    <p:cSldViewPr snapToGrid="0">
      <p:cViewPr>
        <p:scale>
          <a:sx n="66" d="100"/>
          <a:sy n="66" d="100"/>
        </p:scale>
        <p:origin x="1196" y="7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BB8F43-E866-479D-B200-5095467058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3A4C7C6-F39E-4957-BB24-C41FA25CD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365689-0655-4033-9D8B-BA7B8F4A7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DDD5EF-0389-4B54-B686-9770371A2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C5E795-277C-4946-8769-11A81C6CC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266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3C864-2D42-45BE-9CE5-B0C81AB10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2BD41F-B354-49B0-9081-4BD56B693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FA5CA9-58B5-41C5-BA70-419FB95AA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3AC11B-72BE-41B8-80AD-27A04750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0064D6-CF68-4322-AD9F-CC0647376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476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0F2E9-1CED-4205-8C93-992CC42C8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CD83C7-D6AB-458B-B434-A1FD39752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78A26C-8C2B-426E-BEB1-A553B8A5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CD5731-050C-4428-9AFC-85FDF98A0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ECD2B1-02E9-4CFD-AC76-CBABD56FC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8758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3CB3B3-A41E-4C2F-BAD1-BD161D269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A5DC0A-8BD3-4336-912A-FEDF417A81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9D3A18-90DA-4D2B-9302-3B2023D520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0A87C2-9CE9-4AC1-A00B-014E39E84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BAC778-2E53-4FAE-AA96-5E4A5CA99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095082-C09F-4B76-A5B6-C8950D2A3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475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FAEFD-E2A7-4E25-9716-0414BDDFB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51D9F9-05A1-4449-8FE4-EE32AC357C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32A0C75-6844-4410-A508-4D38BD5D8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782ABB-4F75-4204-B045-50321B256B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17CD1A5-28AD-445F-85E9-D4441BA097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6586B81-0E41-4F8D-8A28-1B995AF3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CF1CB0-A29A-476B-9393-E10C146E2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C364A28-97BD-479A-A473-8E1E0611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94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8383EE-B2F9-44FE-BD95-2CE07C213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8C69EA6-4BE0-4CBA-A218-6067C8CC4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6CF8865-198B-4014-A2E5-4C934761F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59D688-28A4-4068-A649-2DEEC5E4C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382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C6114E9-1385-49AF-B2B4-43260AA42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83FFCD5-CA95-4001-822C-BA9CA88EA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F02F15-D115-4AE4-A8DC-B7B60E8BD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772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44FE5D-B349-4678-8D8A-A756E80F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84E668-7C2B-45DC-AC4A-BBFB1C634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199DD54-279D-4674-B111-4C9122093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C009F9-6B75-4ACD-BA08-1B1974E6B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92D937-C444-45AD-A790-E3930F5B6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6128F3-F2D7-45AD-A4FD-A189273DB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4250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740068-8411-4E2B-BD0B-3CF185E07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1B4F1F9-6DBF-4AD8-8BBE-A6456B3205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14F66B-91FE-4CFF-84EE-2CA827C65F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71EEEB-A739-468B-85C3-752C2F7FB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614A9A-51AC-46B8-8384-5BAEDF7AD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D7A4DD-B584-4ABC-8ABD-886B68D3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48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3C6454-0760-49DC-835B-FD3318E7F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4A74050-6A71-4392-BC24-C6A7772B6F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2D7F76-2FEC-4786-8286-5D77D626B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1D7BE12-D49B-426B-B447-18D52BD45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2EC3E7-B36C-4E80-95DB-3AA733ED8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079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2D763F-ADF9-44F6-918B-3F192C6CAF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98F89BF-2A9C-42B3-927B-BFB4009BA0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037839-0DF1-4BF4-B1E1-51DA75E3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D42100-28C1-40F6-9E64-ECB9DF75A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A02DFA-B87F-4ADF-BE55-CDB44A4C4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4343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4F1DA14-C3F0-4935-AAFC-DADF1B2D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26A1F7-95DE-4B18-8BE8-0A7202903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107153-82F4-48E2-ACD7-AFA8DC8047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B323CC-91F9-4676-9123-0A1E04F7520C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38108A-1D9A-45C5-AC9A-2F9C14B04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CC4B50-C41B-437B-B0F1-82A876D6F0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76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>
            <a:extLst>
              <a:ext uri="{FF2B5EF4-FFF2-40B4-BE49-F238E27FC236}">
                <a16:creationId xmlns:a16="http://schemas.microsoft.com/office/drawing/2014/main" id="{22CBA32E-67CD-42E1-82A2-2206B4E0C985}"/>
              </a:ext>
            </a:extLst>
          </p:cNvPr>
          <p:cNvGrpSpPr/>
          <p:nvPr/>
        </p:nvGrpSpPr>
        <p:grpSpPr>
          <a:xfrm>
            <a:off x="2228035" y="1330150"/>
            <a:ext cx="7073390" cy="3487178"/>
            <a:chOff x="2217760" y="1360972"/>
            <a:chExt cx="7073390" cy="348717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F31154E-F1E8-4B95-83EA-B7CFEB2779EB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D4C4DF8-7536-42C8-B896-CD88FDBD0B68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95F5D9E-F3AF-4E3B-B3AC-4BA1C83E79FD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D7BD10F1-0F77-4ACB-90DF-B0798736A9F5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이등변 삼각형 17">
                <a:extLst>
                  <a:ext uri="{FF2B5EF4-FFF2-40B4-BE49-F238E27FC236}">
                    <a16:creationId xmlns:a16="http://schemas.microsoft.com/office/drawing/2014/main" id="{EA699DE3-0313-4E14-BA91-5A74A19C1A36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79E0459B-49AA-4EC0-A982-F27284A67B5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4F00DC-C253-41FB-B9CC-3CA633CDB6FB}"/>
                </a:ext>
              </a:extLst>
            </p:cNvPr>
            <p:cNvSpPr txBox="1"/>
            <p:nvPr/>
          </p:nvSpPr>
          <p:spPr>
            <a:xfrm>
              <a:off x="3287583" y="3406445"/>
              <a:ext cx="60035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춥지만 신재생활발                                 </a:t>
              </a:r>
              <a:r>
                <a:rPr lang="ko-KR" altLang="en-US" dirty="0"/>
                <a:t>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87038E7-542B-41BF-AE6D-4EF9A980C2AC}"/>
              </a:ext>
            </a:extLst>
          </p:cNvPr>
          <p:cNvSpPr txBox="1"/>
          <p:nvPr/>
        </p:nvSpPr>
        <p:spPr>
          <a:xfrm>
            <a:off x="4672173" y="38041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❄️✨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5004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578F7354-C0C1-41AF-8F4F-997AE312B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1072" y="-2061577"/>
            <a:ext cx="5071505" cy="2681750"/>
          </a:xfrm>
          <a:prstGeom prst="rect">
            <a:avLst/>
          </a:prstGeom>
        </p:spPr>
      </p:pic>
      <p:grpSp>
        <p:nvGrpSpPr>
          <p:cNvPr id="29" name="그룹 28">
            <a:extLst>
              <a:ext uri="{FF2B5EF4-FFF2-40B4-BE49-F238E27FC236}">
                <a16:creationId xmlns:a16="http://schemas.microsoft.com/office/drawing/2014/main" id="{776BB67E-61D5-4DA7-8710-313C33717652}"/>
              </a:ext>
            </a:extLst>
          </p:cNvPr>
          <p:cNvGrpSpPr/>
          <p:nvPr/>
        </p:nvGrpSpPr>
        <p:grpSpPr>
          <a:xfrm>
            <a:off x="-2747319" y="2528193"/>
            <a:ext cx="7480280" cy="2748717"/>
            <a:chOff x="1824681" y="2202728"/>
            <a:chExt cx="7480280" cy="2748717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819582E3-589A-4E2F-9B7B-3A6D0238A0AE}"/>
                </a:ext>
              </a:extLst>
            </p:cNvPr>
            <p:cNvGrpSpPr/>
            <p:nvPr/>
          </p:nvGrpSpPr>
          <p:grpSpPr>
            <a:xfrm>
              <a:off x="3107470" y="4156722"/>
              <a:ext cx="5229891" cy="573781"/>
              <a:chOff x="1722845" y="2529015"/>
              <a:chExt cx="5229891" cy="1375719"/>
            </a:xfrm>
          </p:grpSpPr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EB736A9A-A4E1-40C7-8D91-B185915B2C11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추운 날이니 가스물량이 많겠구만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!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이등변 삼각형 34">
                <a:extLst>
                  <a:ext uri="{FF2B5EF4-FFF2-40B4-BE49-F238E27FC236}">
                    <a16:creationId xmlns:a16="http://schemas.microsoft.com/office/drawing/2014/main" id="{976A0F92-E555-4296-8475-33EC95AB87B8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835FDEFA-3E89-4628-8DF8-B64DF4491DE6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B58A21B-AC5B-4F08-B674-238B7C9DD379}"/>
                </a:ext>
              </a:extLst>
            </p:cNvPr>
            <p:cNvSpPr txBox="1"/>
            <p:nvPr/>
          </p:nvSpPr>
          <p:spPr>
            <a:xfrm>
              <a:off x="1824681" y="3935782"/>
              <a:ext cx="116977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😎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2E8D2FF-2240-4947-9D81-C3E39A1E20B7}"/>
                </a:ext>
              </a:extLst>
            </p:cNvPr>
            <p:cNvSpPr txBox="1"/>
            <p:nvPr/>
          </p:nvSpPr>
          <p:spPr>
            <a:xfrm>
              <a:off x="2913002" y="2202728"/>
              <a:ext cx="397068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❄️  → 🔥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57D6FE3-F11B-41F3-BBE3-277089248B55}"/>
                </a:ext>
              </a:extLst>
            </p:cNvPr>
            <p:cNvSpPr txBox="1"/>
            <p:nvPr/>
          </p:nvSpPr>
          <p:spPr>
            <a:xfrm>
              <a:off x="3207249" y="3304030"/>
              <a:ext cx="6097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추움                       가스 수요↑</a:t>
              </a: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67C7A20-C263-4DF2-AB71-A61C1EF50296}"/>
              </a:ext>
            </a:extLst>
          </p:cNvPr>
          <p:cNvGrpSpPr/>
          <p:nvPr/>
        </p:nvGrpSpPr>
        <p:grpSpPr>
          <a:xfrm>
            <a:off x="4360433" y="1685411"/>
            <a:ext cx="7073390" cy="3487178"/>
            <a:chOff x="2217760" y="1360972"/>
            <a:chExt cx="7073390" cy="3487178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E0A8A36-973E-4262-8F3E-75564673302F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DEFC6CF-0B1C-4DCA-8299-5AE854525CEB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42A780B-2970-4AF4-B59A-AD55BF7B36FC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25D5C4BE-17AD-4F98-AA38-332BEA43A863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이등변 삼각형 42">
                <a:extLst>
                  <a:ext uri="{FF2B5EF4-FFF2-40B4-BE49-F238E27FC236}">
                    <a16:creationId xmlns:a16="http://schemas.microsoft.com/office/drawing/2014/main" id="{5C3F5759-81ED-4109-BC31-2F9F9D4E1758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1D744BA1-7555-485B-B033-717B5EC2DB8C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2A256B3-C116-4B33-B560-7DC9CC492409}"/>
                </a:ext>
              </a:extLst>
            </p:cNvPr>
            <p:cNvSpPr txBox="1"/>
            <p:nvPr/>
          </p:nvSpPr>
          <p:spPr>
            <a:xfrm>
              <a:off x="3287583" y="3406445"/>
              <a:ext cx="60035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춥지만 신재생활발                                 </a:t>
              </a:r>
              <a:r>
                <a:rPr lang="ko-KR" altLang="en-US" dirty="0"/>
                <a:t>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87065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79CCF6-CE67-4729-A1B2-D92143CA9272}"/>
              </a:ext>
            </a:extLst>
          </p:cNvPr>
          <p:cNvSpPr txBox="1"/>
          <p:nvPr/>
        </p:nvSpPr>
        <p:spPr>
          <a:xfrm>
            <a:off x="7450796" y="102583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현재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ECD9B2-E465-4828-B325-EC93E83AF3EC}"/>
              </a:ext>
            </a:extLst>
          </p:cNvPr>
          <p:cNvSpPr txBox="1"/>
          <p:nvPr/>
        </p:nvSpPr>
        <p:spPr>
          <a:xfrm>
            <a:off x="3115521" y="841164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B3ADFED-2A72-46B2-B809-4887212DE222}"/>
              </a:ext>
            </a:extLst>
          </p:cNvPr>
          <p:cNvGrpSpPr/>
          <p:nvPr/>
        </p:nvGrpSpPr>
        <p:grpSpPr>
          <a:xfrm>
            <a:off x="293681" y="3548101"/>
            <a:ext cx="7480280" cy="2748717"/>
            <a:chOff x="1824681" y="2202728"/>
            <a:chExt cx="7480280" cy="2748717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0804019-EB68-46FD-A3A9-30DDFC27A668}"/>
                </a:ext>
              </a:extLst>
            </p:cNvPr>
            <p:cNvGrpSpPr/>
            <p:nvPr/>
          </p:nvGrpSpPr>
          <p:grpSpPr>
            <a:xfrm>
              <a:off x="3107470" y="4156722"/>
              <a:ext cx="5229891" cy="573781"/>
              <a:chOff x="1722845" y="2529015"/>
              <a:chExt cx="5229891" cy="1375719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713DCFEC-B436-49E2-ABAD-995B9B9E7BFE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추운 날이니 가스물량이 많겠구만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!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이등변 삼각형 14">
                <a:extLst>
                  <a:ext uri="{FF2B5EF4-FFF2-40B4-BE49-F238E27FC236}">
                    <a16:creationId xmlns:a16="http://schemas.microsoft.com/office/drawing/2014/main" id="{FAD4D753-B694-48A0-820C-49EF2D986665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E12B5555-3FD6-4D34-B6B4-2CB7804C414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8E97580-FF62-4E29-BA2D-EFBC99581FC8}"/>
                </a:ext>
              </a:extLst>
            </p:cNvPr>
            <p:cNvSpPr txBox="1"/>
            <p:nvPr/>
          </p:nvSpPr>
          <p:spPr>
            <a:xfrm>
              <a:off x="1824681" y="3935782"/>
              <a:ext cx="116977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😎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AF92A11-6A06-4183-B40B-0F4D5663211A}"/>
                </a:ext>
              </a:extLst>
            </p:cNvPr>
            <p:cNvSpPr txBox="1"/>
            <p:nvPr/>
          </p:nvSpPr>
          <p:spPr>
            <a:xfrm>
              <a:off x="2913002" y="2202728"/>
              <a:ext cx="397068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❄️  → 🔥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BED0BD-2EFF-4488-8219-070025F8FAAE}"/>
                </a:ext>
              </a:extLst>
            </p:cNvPr>
            <p:cNvSpPr txBox="1"/>
            <p:nvPr/>
          </p:nvSpPr>
          <p:spPr>
            <a:xfrm>
              <a:off x="3207249" y="3304030"/>
              <a:ext cx="6097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추움                       가스 수요↑</a:t>
              </a:r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A20ABF6A-03A3-43A0-9803-45C4D47AD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7752" y="1514861"/>
            <a:ext cx="4664248" cy="259722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45B34A0-4900-4278-8B02-3D58D5E25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3769" y="2334016"/>
            <a:ext cx="4464461" cy="218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82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FE382E-9B61-450A-8AA3-16C9D6FCE0CA}"/>
              </a:ext>
            </a:extLst>
          </p:cNvPr>
          <p:cNvSpPr txBox="1"/>
          <p:nvPr/>
        </p:nvSpPr>
        <p:spPr>
          <a:xfrm>
            <a:off x="7028762" y="261735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현재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8A84B7-C121-4426-B932-761EB554F148}"/>
              </a:ext>
            </a:extLst>
          </p:cNvPr>
          <p:cNvSpPr txBox="1"/>
          <p:nvPr/>
        </p:nvSpPr>
        <p:spPr>
          <a:xfrm>
            <a:off x="1894066" y="2613744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0CE421A-AECD-4EE8-B6DF-48FD8B0E3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996" y="3021743"/>
            <a:ext cx="4664248" cy="25972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1644BFF-7B6D-4B31-BF53-EF01F6A7E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76" y="3429000"/>
            <a:ext cx="4464461" cy="2189968"/>
          </a:xfrm>
          <a:prstGeom prst="rect">
            <a:avLst/>
          </a:prstGeom>
        </p:spPr>
      </p:pic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EE8620D3-7CC5-447B-99E0-0B01F31784F0}"/>
              </a:ext>
            </a:extLst>
          </p:cNvPr>
          <p:cNvCxnSpPr/>
          <p:nvPr/>
        </p:nvCxnSpPr>
        <p:spPr>
          <a:xfrm>
            <a:off x="4947138" y="2613744"/>
            <a:ext cx="0" cy="2896102"/>
          </a:xfrm>
          <a:prstGeom prst="line">
            <a:avLst/>
          </a:prstGeom>
          <a:ln w="19050">
            <a:solidFill>
              <a:schemeClr val="bg2">
                <a:lumMod val="9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263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A7531AA-BFF4-4400-856D-5341F5AC9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1" y="1325834"/>
            <a:ext cx="10058617" cy="42063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9CFC5B0-E067-4F41-9F48-3D2B9FA44057}"/>
              </a:ext>
            </a:extLst>
          </p:cNvPr>
          <p:cNvSpPr/>
          <p:nvPr/>
        </p:nvSpPr>
        <p:spPr>
          <a:xfrm>
            <a:off x="3018328" y="1666959"/>
            <a:ext cx="1173345" cy="3358195"/>
          </a:xfrm>
          <a:prstGeom prst="rect">
            <a:avLst/>
          </a:prstGeom>
          <a:solidFill>
            <a:schemeClr val="accent1">
              <a:lumMod val="40000"/>
              <a:lumOff val="6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A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173961A-32BA-40DC-ABFE-04E760CB4B65}"/>
              </a:ext>
            </a:extLst>
          </p:cNvPr>
          <p:cNvSpPr/>
          <p:nvPr/>
        </p:nvSpPr>
        <p:spPr>
          <a:xfrm>
            <a:off x="8375774" y="1666959"/>
            <a:ext cx="1173345" cy="3358195"/>
          </a:xfrm>
          <a:prstGeom prst="rect">
            <a:avLst/>
          </a:prstGeom>
          <a:solidFill>
            <a:schemeClr val="tx1">
              <a:lumMod val="50000"/>
              <a:lumOff val="50000"/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B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388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36BD3E7-FFFD-4106-9E12-307FA371A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942623" y="-641106"/>
            <a:ext cx="7162014" cy="6858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4B5439-DBFE-4C7F-A5BC-006B8556F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462" y="0"/>
            <a:ext cx="8493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139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FA88517-EC79-49AC-85E7-F62ACF514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" y="-2836190"/>
            <a:ext cx="12183653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D17B09A-DBE4-43D6-8529-E0FBF981A5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b="23749"/>
          <a:stretch/>
        </p:blipFill>
        <p:spPr>
          <a:xfrm>
            <a:off x="39343" y="3994689"/>
            <a:ext cx="12192000" cy="304154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8399801-D94B-470D-83FD-017BF8D7E0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684" t="80589" r="40556" b="3869"/>
          <a:stretch/>
        </p:blipFill>
        <p:spPr>
          <a:xfrm>
            <a:off x="39343" y="-1675238"/>
            <a:ext cx="5592305" cy="66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89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D31550A-E1B0-4114-987B-21C6F27BC3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57" t="12839" r="48562" b="44212"/>
          <a:stretch/>
        </p:blipFill>
        <p:spPr>
          <a:xfrm>
            <a:off x="275129" y="1545579"/>
            <a:ext cx="5996198" cy="217675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46E4927-F08F-4A00-AFCD-8317F6537B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18" t="25930" r="1438" b="43096"/>
          <a:stretch/>
        </p:blipFill>
        <p:spPr>
          <a:xfrm>
            <a:off x="6271326" y="2419517"/>
            <a:ext cx="5820871" cy="156985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7ECD988-8F9D-4E7B-BD0E-BA8C519D42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86" t="14436" r="1370" b="73749"/>
          <a:stretch/>
        </p:blipFill>
        <p:spPr>
          <a:xfrm>
            <a:off x="6271326" y="1480841"/>
            <a:ext cx="5820871" cy="59881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BC860AB-A048-42A3-AD86-9E11EBF256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7762"/>
          <a:stretch/>
        </p:blipFill>
        <p:spPr>
          <a:xfrm>
            <a:off x="0" y="3678509"/>
            <a:ext cx="12192000" cy="163391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5763405-3785-4209-8559-C1EB988DF39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595" b="46288"/>
          <a:stretch/>
        </p:blipFill>
        <p:spPr>
          <a:xfrm>
            <a:off x="0" y="1634591"/>
            <a:ext cx="12192000" cy="198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823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5EEB83E3-3A5F-4B45-BCE1-6DCF0930A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3594"/>
          <a:stretch/>
        </p:blipFill>
        <p:spPr>
          <a:xfrm>
            <a:off x="164123" y="3212123"/>
            <a:ext cx="11430000" cy="14766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666FC63-9D12-44AC-B0AE-644A01A892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858"/>
          <a:stretch/>
        </p:blipFill>
        <p:spPr>
          <a:xfrm>
            <a:off x="164123" y="1218904"/>
            <a:ext cx="11430000" cy="19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123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012420E-D935-4C6F-BF50-348D71FCFB5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342"/>
          <a:stretch/>
        </p:blipFill>
        <p:spPr>
          <a:xfrm>
            <a:off x="331826" y="1395046"/>
            <a:ext cx="11528347" cy="54629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8671236-F346-4E0E-BC9E-CED3901137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847" b="91966"/>
          <a:stretch/>
        </p:blipFill>
        <p:spPr>
          <a:xfrm>
            <a:off x="6095999" y="1395046"/>
            <a:ext cx="5435927" cy="55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875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71</Words>
  <Application>Microsoft Office PowerPoint</Application>
  <PresentationFormat>와이드스크린</PresentationFormat>
  <Paragraphs>31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범준 김</dc:creator>
  <cp:lastModifiedBy>범준 김</cp:lastModifiedBy>
  <cp:revision>13</cp:revision>
  <dcterms:created xsi:type="dcterms:W3CDTF">2026-06-16T10:19:05Z</dcterms:created>
  <dcterms:modified xsi:type="dcterms:W3CDTF">2026-06-20T08:03:13Z</dcterms:modified>
</cp:coreProperties>
</file>